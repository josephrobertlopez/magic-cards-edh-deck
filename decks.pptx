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7772400" cx="100584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448">
          <p15:clr>
            <a:srgbClr val="747775"/>
          </p15:clr>
        </p15:guide>
        <p15:guide id="2" pos="3168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448" orient="horz"/>
        <p:guide pos="316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10545" y="685800"/>
            <a:ext cx="4437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876816c076_1_0:notes"/>
          <p:cNvSpPr/>
          <p:nvPr>
            <p:ph idx="2" type="sldImg"/>
          </p:nvPr>
        </p:nvSpPr>
        <p:spPr>
          <a:xfrm>
            <a:off x="1210545" y="685800"/>
            <a:ext cx="4437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876816c07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76816c076_1_11:notes"/>
          <p:cNvSpPr/>
          <p:nvPr>
            <p:ph idx="2" type="sldImg"/>
          </p:nvPr>
        </p:nvSpPr>
        <p:spPr>
          <a:xfrm>
            <a:off x="1210545" y="685800"/>
            <a:ext cx="4437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876816c076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42879" y="1125136"/>
            <a:ext cx="9372600" cy="3101700"/>
          </a:xfrm>
          <a:prstGeom prst="rect">
            <a:avLst/>
          </a:prstGeom>
        </p:spPr>
        <p:txBody>
          <a:bodyPr anchorCtr="0" anchor="b" bIns="113100" lIns="113100" spcFirstLastPara="1" rIns="113100" wrap="square" tIns="1131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42870" y="4282678"/>
            <a:ext cx="9372600" cy="11976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42870" y="3250173"/>
            <a:ext cx="9372600" cy="12720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42870" y="672482"/>
            <a:ext cx="9372600" cy="8655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42870" y="1741518"/>
            <a:ext cx="9372600" cy="51627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42870" y="672482"/>
            <a:ext cx="9372600" cy="8655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42870" y="1741518"/>
            <a:ext cx="4399800" cy="51627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5315640" y="1741518"/>
            <a:ext cx="4399800" cy="51627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42870" y="672482"/>
            <a:ext cx="9372600" cy="8655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42870" y="839573"/>
            <a:ext cx="3088800" cy="1141800"/>
          </a:xfrm>
          <a:prstGeom prst="rect">
            <a:avLst/>
          </a:prstGeom>
        </p:spPr>
        <p:txBody>
          <a:bodyPr anchorCtr="0" anchor="b" bIns="113100" lIns="113100" spcFirstLastPara="1" rIns="113100" wrap="square" tIns="113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42870" y="2099840"/>
            <a:ext cx="3088800" cy="48045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539275" y="680227"/>
            <a:ext cx="7004700" cy="61818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1pPr>
            <a:lvl2pPr lvl="1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2pPr>
            <a:lvl3pPr lvl="2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3pPr>
            <a:lvl4pPr lvl="3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4pPr>
            <a:lvl5pPr lvl="4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5pPr>
            <a:lvl6pPr lvl="5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6pPr>
            <a:lvl7pPr lvl="6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7pPr>
            <a:lvl8pPr lvl="7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8pPr>
            <a:lvl9pPr lvl="8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5029200" y="-189"/>
            <a:ext cx="5029200" cy="7772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92050" y="1863464"/>
            <a:ext cx="4449600" cy="2239800"/>
          </a:xfrm>
          <a:prstGeom prst="rect">
            <a:avLst/>
          </a:prstGeom>
        </p:spPr>
        <p:txBody>
          <a:bodyPr anchorCtr="0" anchor="b" bIns="113100" lIns="113100" spcFirstLastPara="1" rIns="113100" wrap="square" tIns="1131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92050" y="4235758"/>
            <a:ext cx="4449600" cy="18663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5433450" y="1094158"/>
            <a:ext cx="4220700" cy="55836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42870" y="6392869"/>
            <a:ext cx="6598800" cy="9144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42870" y="1671478"/>
            <a:ext cx="9372600" cy="2967000"/>
          </a:xfrm>
          <a:prstGeom prst="rect">
            <a:avLst/>
          </a:prstGeom>
        </p:spPr>
        <p:txBody>
          <a:bodyPr anchorCtr="0" anchor="b" bIns="113100" lIns="113100" spcFirstLastPara="1" rIns="113100" wrap="square" tIns="1131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42870" y="4763362"/>
            <a:ext cx="9372600" cy="19656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indent="-368300" lvl="0" marL="457200" algn="ctr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36550" lvl="1" marL="9144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 algn="ctr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 algn="ctr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42870" y="672482"/>
            <a:ext cx="9372600" cy="8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13100" lIns="113100" spcFirstLastPara="1" rIns="113100" wrap="square" tIns="113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42870" y="1741518"/>
            <a:ext cx="9372600" cy="51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113100" lIns="113100" spcFirstLastPara="1" rIns="113100" wrap="square" tIns="113100">
            <a:norm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●"/>
              <a:defRPr sz="2200">
                <a:solidFill>
                  <a:schemeClr val="dk2"/>
                </a:solidFill>
              </a:defRPr>
            </a:lvl1pPr>
            <a:lvl2pPr indent="-3365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  <a:defRPr sz="1700">
                <a:solidFill>
                  <a:schemeClr val="dk2"/>
                </a:solidFill>
              </a:defRPr>
            </a:lvl2pPr>
            <a:lvl3pPr indent="-3365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■"/>
              <a:defRPr sz="1700">
                <a:solidFill>
                  <a:schemeClr val="dk2"/>
                </a:solidFill>
              </a:defRPr>
            </a:lvl3pPr>
            <a:lvl4pPr indent="-3365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  <a:defRPr sz="1700">
                <a:solidFill>
                  <a:schemeClr val="dk2"/>
                </a:solidFill>
              </a:defRPr>
            </a:lvl4pPr>
            <a:lvl5pPr indent="-3365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  <a:defRPr sz="1700">
                <a:solidFill>
                  <a:schemeClr val="dk2"/>
                </a:solidFill>
              </a:defRPr>
            </a:lvl5pPr>
            <a:lvl6pPr indent="-3365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■"/>
              <a:defRPr sz="1700">
                <a:solidFill>
                  <a:schemeClr val="dk2"/>
                </a:solidFill>
              </a:defRPr>
            </a:lvl6pPr>
            <a:lvl7pPr indent="-3365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  <a:defRPr sz="1700">
                <a:solidFill>
                  <a:schemeClr val="dk2"/>
                </a:solidFill>
              </a:defRPr>
            </a:lvl7pPr>
            <a:lvl8pPr indent="-3365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  <a:defRPr sz="1700">
                <a:solidFill>
                  <a:schemeClr val="dk2"/>
                </a:solidFill>
              </a:defRPr>
            </a:lvl8pPr>
            <a:lvl9pPr indent="-3365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■"/>
              <a:defRPr sz="17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 algn="r">
              <a:buNone/>
              <a:defRPr sz="1200">
                <a:solidFill>
                  <a:schemeClr val="dk2"/>
                </a:solidFill>
              </a:defRPr>
            </a:lvl1pPr>
            <a:lvl2pPr lvl="1" algn="r">
              <a:buNone/>
              <a:defRPr sz="1200">
                <a:solidFill>
                  <a:schemeClr val="dk2"/>
                </a:solidFill>
              </a:defRPr>
            </a:lvl2pPr>
            <a:lvl3pPr lvl="2" algn="r">
              <a:buNone/>
              <a:defRPr sz="1200">
                <a:solidFill>
                  <a:schemeClr val="dk2"/>
                </a:solidFill>
              </a:defRPr>
            </a:lvl3pPr>
            <a:lvl4pPr lvl="3" algn="r">
              <a:buNone/>
              <a:defRPr sz="1200">
                <a:solidFill>
                  <a:schemeClr val="dk2"/>
                </a:solidFill>
              </a:defRPr>
            </a:lvl4pPr>
            <a:lvl5pPr lvl="4" algn="r">
              <a:buNone/>
              <a:defRPr sz="1200">
                <a:solidFill>
                  <a:schemeClr val="dk2"/>
                </a:solidFill>
              </a:defRPr>
            </a:lvl5pPr>
            <a:lvl6pPr lvl="5" algn="r">
              <a:buNone/>
              <a:defRPr sz="1200">
                <a:solidFill>
                  <a:schemeClr val="dk2"/>
                </a:solidFill>
              </a:defRPr>
            </a:lvl6pPr>
            <a:lvl7pPr lvl="6" algn="r">
              <a:buNone/>
              <a:defRPr sz="1200">
                <a:solidFill>
                  <a:schemeClr val="dk2"/>
                </a:solidFill>
              </a:defRPr>
            </a:lvl7pPr>
            <a:lvl8pPr lvl="7" algn="r">
              <a:buNone/>
              <a:defRPr sz="1200">
                <a:solidFill>
                  <a:schemeClr val="dk2"/>
                </a:solidFill>
              </a:defRPr>
            </a:lvl8pPr>
            <a:lvl9pPr lvl="8" algn="r">
              <a:buNone/>
              <a:defRPr sz="12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1.jpg"/><Relationship Id="rId10" Type="http://schemas.openxmlformats.org/officeDocument/2006/relationships/image" Target="../media/image5.jpg"/><Relationship Id="rId9" Type="http://schemas.openxmlformats.org/officeDocument/2006/relationships/image" Target="../media/image8.jpg"/><Relationship Id="rId5" Type="http://schemas.openxmlformats.org/officeDocument/2006/relationships/image" Target="../media/image7.jpg"/><Relationship Id="rId6" Type="http://schemas.openxmlformats.org/officeDocument/2006/relationships/image" Target="../media/image4.jpg"/><Relationship Id="rId7" Type="http://schemas.openxmlformats.org/officeDocument/2006/relationships/image" Target="../media/image3.jpg"/><Relationship Id="rId8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 rot="10800000">
            <a:off x="236391" y="223838"/>
            <a:ext cx="2277300" cy="3250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55" name="Google Shape;55;p13"/>
          <p:cNvSpPr/>
          <p:nvPr/>
        </p:nvSpPr>
        <p:spPr>
          <a:xfrm rot="10800000">
            <a:off x="236389" y="4138801"/>
            <a:ext cx="2277300" cy="3250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56" name="Google Shape;56;p13"/>
          <p:cNvSpPr/>
          <p:nvPr/>
        </p:nvSpPr>
        <p:spPr>
          <a:xfrm rot="5400000">
            <a:off x="3270613" y="-262893"/>
            <a:ext cx="2277300" cy="3250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57" name="Google Shape;57;p13"/>
          <p:cNvSpPr/>
          <p:nvPr/>
        </p:nvSpPr>
        <p:spPr>
          <a:xfrm rot="5400000">
            <a:off x="6665848" y="-262893"/>
            <a:ext cx="2277300" cy="3250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58" name="Google Shape;58;p13"/>
          <p:cNvSpPr/>
          <p:nvPr/>
        </p:nvSpPr>
        <p:spPr>
          <a:xfrm rot="5400000">
            <a:off x="3270613" y="2181335"/>
            <a:ext cx="2277300" cy="3250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59" name="Google Shape;59;p13"/>
          <p:cNvSpPr/>
          <p:nvPr/>
        </p:nvSpPr>
        <p:spPr>
          <a:xfrm rot="5400000">
            <a:off x="6665856" y="2181318"/>
            <a:ext cx="2277300" cy="3250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60" name="Google Shape;60;p13"/>
          <p:cNvSpPr/>
          <p:nvPr/>
        </p:nvSpPr>
        <p:spPr>
          <a:xfrm rot="5400000">
            <a:off x="3270613" y="4625552"/>
            <a:ext cx="2277300" cy="3250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61" name="Google Shape;61;p13"/>
          <p:cNvSpPr/>
          <p:nvPr/>
        </p:nvSpPr>
        <p:spPr>
          <a:xfrm rot="5400000">
            <a:off x="6665849" y="4625548"/>
            <a:ext cx="2277300" cy="3250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/>
          <p:nvPr/>
        </p:nvSpPr>
        <p:spPr>
          <a:xfrm rot="10800000">
            <a:off x="236391" y="223838"/>
            <a:ext cx="2277300" cy="3250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67" name="Google Shape;67;p14"/>
          <p:cNvSpPr/>
          <p:nvPr/>
        </p:nvSpPr>
        <p:spPr>
          <a:xfrm rot="10800000">
            <a:off x="236389" y="4138801"/>
            <a:ext cx="2277300" cy="3250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68" name="Google Shape;68;p14"/>
          <p:cNvSpPr/>
          <p:nvPr/>
        </p:nvSpPr>
        <p:spPr>
          <a:xfrm rot="5400000">
            <a:off x="3270613" y="-262893"/>
            <a:ext cx="2277300" cy="3250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69" name="Google Shape;69;p14"/>
          <p:cNvSpPr/>
          <p:nvPr/>
        </p:nvSpPr>
        <p:spPr>
          <a:xfrm rot="5400000">
            <a:off x="6665848" y="-262893"/>
            <a:ext cx="2277300" cy="3250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70" name="Google Shape;70;p14"/>
          <p:cNvSpPr/>
          <p:nvPr/>
        </p:nvSpPr>
        <p:spPr>
          <a:xfrm rot="5400000">
            <a:off x="3270613" y="2181335"/>
            <a:ext cx="2277300" cy="3250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71" name="Google Shape;71;p14"/>
          <p:cNvSpPr/>
          <p:nvPr/>
        </p:nvSpPr>
        <p:spPr>
          <a:xfrm rot="5400000">
            <a:off x="6665856" y="2181318"/>
            <a:ext cx="2277300" cy="3250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72" name="Google Shape;72;p14"/>
          <p:cNvSpPr/>
          <p:nvPr/>
        </p:nvSpPr>
        <p:spPr>
          <a:xfrm rot="5400000">
            <a:off x="3270613" y="4625552"/>
            <a:ext cx="2277300" cy="3250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73" name="Google Shape;73;p14"/>
          <p:cNvSpPr/>
          <p:nvPr/>
        </p:nvSpPr>
        <p:spPr>
          <a:xfrm rot="5400000">
            <a:off x="6665849" y="4625548"/>
            <a:ext cx="2277300" cy="3250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pic>
        <p:nvPicPr>
          <p:cNvPr descr="Zirda, the Dawnwaker" id="74" name="Google Shape;7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6701525" y="2208150"/>
            <a:ext cx="2279875" cy="3176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oblin Engineer" id="75" name="Google Shape;7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306414" y="2201837"/>
            <a:ext cx="2285150" cy="31842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taff of Domination" id="76" name="Google Shape;76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3297645" y="-205875"/>
            <a:ext cx="2240700" cy="31222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Karn, the Great Creator" id="77" name="Google Shape;77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5400000">
            <a:off x="6629413" y="-247713"/>
            <a:ext cx="2289175" cy="3189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ull from Eternity" id="78" name="Google Shape;78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80775" y="4138800"/>
            <a:ext cx="2332927" cy="32507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ystic Forge" id="79" name="Google Shape;79;p1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36400" y="262600"/>
            <a:ext cx="2277300" cy="31732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urmcoil Engine" id="80" name="Google Shape;80;p1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rot="-5400000">
            <a:off x="6623500" y="4667900"/>
            <a:ext cx="2258975" cy="31477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ath to Exile" id="81" name="Google Shape;81;p1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 rot="-5400000">
            <a:off x="3296488" y="4662187"/>
            <a:ext cx="2288075" cy="3188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