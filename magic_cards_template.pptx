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10" Type="http://schemas.openxmlformats.org/officeDocument/2006/relationships/image" Target="../media/image8.jpg"/><Relationship Id="rId9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" name="Google Shape;55;p13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" name="Google Shape;56;p13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7" name="Google Shape;57;p13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8" name="Google Shape;58;p13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9" name="Google Shape;59;p13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" name="Google Shape;60;p13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" name="Google Shape;61;p13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