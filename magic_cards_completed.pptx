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7772400" cx="1005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448">
          <p15:clr>
            <a:srgbClr val="747775"/>
          </p15:clr>
        </p15:guide>
        <p15:guide id="2" pos="3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448" orient="horz"/>
        <p:guide pos="316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76816c076_1_0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76816c07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76816c076_1_11:notes"/>
          <p:cNvSpPr/>
          <p:nvPr>
            <p:ph idx="2" type="sldImg"/>
          </p:nvPr>
        </p:nvSpPr>
        <p:spPr>
          <a:xfrm>
            <a:off x="1210545" y="685800"/>
            <a:ext cx="4437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76816c07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42879" y="1125136"/>
            <a:ext cx="9372600" cy="31017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42870" y="4282678"/>
            <a:ext cx="9372600" cy="1197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42870" y="3250173"/>
            <a:ext cx="9372600" cy="12720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4287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315640" y="1741518"/>
            <a:ext cx="4399800" cy="51627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2870" y="839573"/>
            <a:ext cx="3088800" cy="1141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42870" y="2099840"/>
            <a:ext cx="3088800" cy="48045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39275" y="680227"/>
            <a:ext cx="7004700" cy="61818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029200" y="-189"/>
            <a:ext cx="5029200" cy="7772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2050" y="1863464"/>
            <a:ext cx="4449600" cy="22398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2050" y="4235758"/>
            <a:ext cx="4449600" cy="18663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433450" y="1094158"/>
            <a:ext cx="4220700" cy="55836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42870" y="6392869"/>
            <a:ext cx="6598800" cy="9144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42870" y="1671478"/>
            <a:ext cx="9372600" cy="2967000"/>
          </a:xfrm>
          <a:prstGeom prst="rect">
            <a:avLst/>
          </a:prstGeom>
        </p:spPr>
        <p:txBody>
          <a:bodyPr anchorCtr="0" anchor="b" bIns="113100" lIns="113100" spcFirstLastPara="1" rIns="113100" wrap="square" tIns="1131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800"/>
              <a:buNone/>
              <a:defRPr sz="148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42870" y="4763362"/>
            <a:ext cx="9372600" cy="1965600"/>
          </a:xfrm>
          <a:prstGeom prst="rect">
            <a:avLst/>
          </a:prstGeom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870" y="672482"/>
            <a:ext cx="9372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870" y="1741518"/>
            <a:ext cx="9372600" cy="51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3100" lIns="113100" spcFirstLastPara="1" rIns="113100" wrap="square" tIns="113100">
            <a:norm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319704" y="7046639"/>
            <a:ext cx="603600" cy="59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3100" lIns="113100" spcFirstLastPara="1" rIns="113100" wrap="square" tIns="113100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Relationship Id="rId8" Type="http://schemas.openxmlformats.org/officeDocument/2006/relationships/image" Target="../media/image14.jpg"/><Relationship Id="rId9" Type="http://schemas.openxmlformats.org/officeDocument/2006/relationships/image" Target="../media/image15.jpg"/><Relationship Id="rId10" Type="http://schemas.openxmlformats.org/officeDocument/2006/relationships/image" Target="../media/image1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1.jpg"/><Relationship Id="rId9" Type="http://schemas.openxmlformats.org/officeDocument/2006/relationships/image" Target="../media/image4.jpg"/><Relationship Id="rId10" Type="http://schemas.openxmlformats.org/officeDocument/2006/relationships/image" Target="../media/image8.jpg"/><Relationship Id="rId11" Type="http://schemas.openxmlformats.org/officeDocument/2006/relationships/image" Target="../media/image17.jpg"/><Relationship Id="rId12" Type="http://schemas.openxmlformats.org/officeDocument/2006/relationships/image" Target="../media/image18.jpg"/><Relationship Id="rId13" Type="http://schemas.openxmlformats.org/officeDocument/2006/relationships/image" Target="../media/image19.jpg"/><Relationship Id="rId14" Type="http://schemas.openxmlformats.org/officeDocument/2006/relationships/image" Target="../media/image20.jpg"/><Relationship Id="rId15" Type="http://schemas.openxmlformats.org/officeDocument/2006/relationships/image" Target="../media/image21.jpg"/><Relationship Id="rId16" Type="http://schemas.openxmlformats.org/officeDocument/2006/relationships/image" Target="../media/image22.jpg"/><Relationship Id="rId17" Type="http://schemas.openxmlformats.org/officeDocument/2006/relationships/image" Target="../media/image23.jpg"/><Relationship Id="rId18" Type="http://schemas.openxmlformats.org/officeDocument/2006/relationships/image" Target="../media/image24.jpg"/><Relationship Id="rId19" Type="http://schemas.openxmlformats.org/officeDocument/2006/relationships/image" Target="../media/image25.jpg"/><Relationship Id="rId20" Type="http://schemas.openxmlformats.org/officeDocument/2006/relationships/image" Target="../media/image26.jpg"/><Relationship Id="rId21" Type="http://schemas.openxmlformats.org/officeDocument/2006/relationships/image" Target="../media/image27.jpg"/><Relationship Id="rId22" Type="http://schemas.openxmlformats.org/officeDocument/2006/relationships/image" Target="../media/image28.jpg"/><Relationship Id="rId23" Type="http://schemas.openxmlformats.org/officeDocument/2006/relationships/image" Target="../media/image29.jpg"/><Relationship Id="rId24" Type="http://schemas.openxmlformats.org/officeDocument/2006/relationships/image" Target="../media/image30.jpg"/><Relationship Id="rId25" Type="http://schemas.openxmlformats.org/officeDocument/2006/relationships/image" Target="../media/image31.jpg"/><Relationship Id="rId26" Type="http://schemas.openxmlformats.org/officeDocument/2006/relationships/image" Target="../media/image3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Relationship Id="rId10" Type="http://schemas.openxmlformats.org/officeDocument/2006/relationships/image" Target="../media/image41.jpg"/><Relationship Id="rId11" Type="http://schemas.openxmlformats.org/officeDocument/2006/relationships/image" Target="../media/image42.jpg"/><Relationship Id="rId12" Type="http://schemas.openxmlformats.org/officeDocument/2006/relationships/image" Target="../media/image43.jpg"/><Relationship Id="rId13" Type="http://schemas.openxmlformats.org/officeDocument/2006/relationships/image" Target="../media/image44.jpg"/><Relationship Id="rId14" Type="http://schemas.openxmlformats.org/officeDocument/2006/relationships/image" Target="../media/image45.jpg"/><Relationship Id="rId15" Type="http://schemas.openxmlformats.org/officeDocument/2006/relationships/image" Target="../media/image46.jpg"/><Relationship Id="rId16" Type="http://schemas.openxmlformats.org/officeDocument/2006/relationships/image" Target="../media/image47.jpg"/><Relationship Id="rId17" Type="http://schemas.openxmlformats.org/officeDocument/2006/relationships/image" Target="../media/image48.jpg"/><Relationship Id="rId18" Type="http://schemas.openxmlformats.org/officeDocument/2006/relationships/image" Target="../media/image49.jpg"/><Relationship Id="rId19" Type="http://schemas.openxmlformats.org/officeDocument/2006/relationships/image" Target="../media/image50.jpg"/><Relationship Id="rId20" Type="http://schemas.openxmlformats.org/officeDocument/2006/relationships/image" Target="../media/image51.jpg"/><Relationship Id="rId21" Type="http://schemas.openxmlformats.org/officeDocument/2006/relationships/image" Target="../media/image5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jpg"/><Relationship Id="rId4" Type="http://schemas.openxmlformats.org/officeDocument/2006/relationships/image" Target="../media/image55.jpg"/><Relationship Id="rId5" Type="http://schemas.openxmlformats.org/officeDocument/2006/relationships/image" Target="../media/image56.jpg"/><Relationship Id="rId6" Type="http://schemas.openxmlformats.org/officeDocument/2006/relationships/image" Target="../media/image57.jpg"/><Relationship Id="rId7" Type="http://schemas.openxmlformats.org/officeDocument/2006/relationships/image" Target="../media/image58.jpg"/><Relationship Id="rId8" Type="http://schemas.openxmlformats.org/officeDocument/2006/relationships/image" Target="../media/image59.jpg"/><Relationship Id="rId9" Type="http://schemas.openxmlformats.org/officeDocument/2006/relationships/image" Target="../media/image60.jpg"/><Relationship Id="rId10" Type="http://schemas.openxmlformats.org/officeDocument/2006/relationships/image" Target="../media/image61.jpg"/><Relationship Id="rId11" Type="http://schemas.openxmlformats.org/officeDocument/2006/relationships/image" Target="../media/image62.jpg"/><Relationship Id="rId12" Type="http://schemas.openxmlformats.org/officeDocument/2006/relationships/image" Target="../media/image63.jpg"/><Relationship Id="rId13" Type="http://schemas.openxmlformats.org/officeDocument/2006/relationships/image" Target="../media/image64.jpg"/><Relationship Id="rId14" Type="http://schemas.openxmlformats.org/officeDocument/2006/relationships/image" Target="../media/image65.jpg"/><Relationship Id="rId15" Type="http://schemas.openxmlformats.org/officeDocument/2006/relationships/image" Target="../media/image66.jpg"/><Relationship Id="rId16" Type="http://schemas.openxmlformats.org/officeDocument/2006/relationships/image" Target="../media/image67.jpg"/><Relationship Id="rId17" Type="http://schemas.openxmlformats.org/officeDocument/2006/relationships/image" Target="../media/image68.jpg"/><Relationship Id="rId18" Type="http://schemas.openxmlformats.org/officeDocument/2006/relationships/image" Target="../media/image69.jpg"/><Relationship Id="rId19" Type="http://schemas.openxmlformats.org/officeDocument/2006/relationships/image" Target="../media/image70.jpg"/><Relationship Id="rId20" Type="http://schemas.openxmlformats.org/officeDocument/2006/relationships/image" Target="../media/image71.jpg"/><Relationship Id="rId21" Type="http://schemas.openxmlformats.org/officeDocument/2006/relationships/image" Target="../media/image7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image" Target="../media/image7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7.jpg"/><Relationship Id="rId7" Type="http://schemas.openxmlformats.org/officeDocument/2006/relationships/image" Target="../media/image78.jpg"/><Relationship Id="rId8" Type="http://schemas.openxmlformats.org/officeDocument/2006/relationships/image" Target="../media/image79.jpg"/><Relationship Id="rId9" Type="http://schemas.openxmlformats.org/officeDocument/2006/relationships/image" Target="../media/image80.jpg"/><Relationship Id="rId10" Type="http://schemas.openxmlformats.org/officeDocument/2006/relationships/image" Target="../media/image81.jpg"/><Relationship Id="rId11" Type="http://schemas.openxmlformats.org/officeDocument/2006/relationships/image" Target="../media/image82.jpg"/><Relationship Id="rId12" Type="http://schemas.openxmlformats.org/officeDocument/2006/relationships/image" Target="../media/image83.jpg"/><Relationship Id="rId13" Type="http://schemas.openxmlformats.org/officeDocument/2006/relationships/image" Target="../media/image84.jpg"/><Relationship Id="rId14" Type="http://schemas.openxmlformats.org/officeDocument/2006/relationships/image" Target="../media/image85.jpg"/><Relationship Id="rId15" Type="http://schemas.openxmlformats.org/officeDocument/2006/relationships/image" Target="../media/image86.jpg"/><Relationship Id="rId16" Type="http://schemas.openxmlformats.org/officeDocument/2006/relationships/image" Target="../media/image87.jpg"/><Relationship Id="rId17" Type="http://schemas.openxmlformats.org/officeDocument/2006/relationships/image" Target="../media/image88.jpg"/><Relationship Id="rId18" Type="http://schemas.openxmlformats.org/officeDocument/2006/relationships/image" Target="../media/image89.jpg"/><Relationship Id="rId19" Type="http://schemas.openxmlformats.org/officeDocument/2006/relationships/image" Target="../media/image90.jpg"/><Relationship Id="rId20" Type="http://schemas.openxmlformats.org/officeDocument/2006/relationships/image" Target="../media/image91.jpg"/><Relationship Id="rId21" Type="http://schemas.openxmlformats.org/officeDocument/2006/relationships/image" Target="../media/image9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image" Target="../media/image94.jpg"/><Relationship Id="rId4" Type="http://schemas.openxmlformats.org/officeDocument/2006/relationships/image" Target="../media/image95.jpg"/><Relationship Id="rId5" Type="http://schemas.openxmlformats.org/officeDocument/2006/relationships/image" Target="../media/image96.jpg"/><Relationship Id="rId6" Type="http://schemas.openxmlformats.org/officeDocument/2006/relationships/image" Target="../media/image97.jpg"/><Relationship Id="rId7" Type="http://schemas.openxmlformats.org/officeDocument/2006/relationships/image" Target="../media/image98.jpg"/><Relationship Id="rId8" Type="http://schemas.openxmlformats.org/officeDocument/2006/relationships/image" Target="../media/image99.jpg"/><Relationship Id="rId9" Type="http://schemas.openxmlformats.org/officeDocument/2006/relationships/image" Target="../media/image100.jpg"/><Relationship Id="rId10" Type="http://schemas.openxmlformats.org/officeDocument/2006/relationships/image" Target="../media/image101.jpg"/><Relationship Id="rId11" Type="http://schemas.openxmlformats.org/officeDocument/2006/relationships/image" Target="../media/image102.jpg"/><Relationship Id="rId12" Type="http://schemas.openxmlformats.org/officeDocument/2006/relationships/image" Target="../media/image103.jpg"/><Relationship Id="rId13" Type="http://schemas.openxmlformats.org/officeDocument/2006/relationships/image" Target="../media/image104.jpg"/><Relationship Id="rId14" Type="http://schemas.openxmlformats.org/officeDocument/2006/relationships/image" Target="../media/image105.jpg"/><Relationship Id="rId15" Type="http://schemas.openxmlformats.org/officeDocument/2006/relationships/image" Target="../media/image106.jpg"/><Relationship Id="rId16" Type="http://schemas.openxmlformats.org/officeDocument/2006/relationships/image" Target="../media/image107.jpg"/><Relationship Id="rId17" Type="http://schemas.openxmlformats.org/officeDocument/2006/relationships/image" Target="../media/image108.jpg"/><Relationship Id="rId18" Type="http://schemas.openxmlformats.org/officeDocument/2006/relationships/image" Target="../media/image109.jpg"/><Relationship Id="rId19" Type="http://schemas.openxmlformats.org/officeDocument/2006/relationships/image" Target="../media/image110.jpg"/><Relationship Id="rId20" Type="http://schemas.openxmlformats.org/officeDocument/2006/relationships/image" Target="../media/image111.jpg"/><Relationship Id="rId21" Type="http://schemas.openxmlformats.org/officeDocument/2006/relationships/image" Target="../media/image1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Relationship Id="rId3" Type="http://schemas.openxmlformats.org/officeDocument/2006/relationships/image" Target="../media/image114.jpg"/><Relationship Id="rId4" Type="http://schemas.openxmlformats.org/officeDocument/2006/relationships/image" Target="../media/image115.jpg"/><Relationship Id="rId5" Type="http://schemas.openxmlformats.org/officeDocument/2006/relationships/image" Target="../media/image116.jpg"/><Relationship Id="rId6" Type="http://schemas.openxmlformats.org/officeDocument/2006/relationships/image" Target="../media/image117.jpg"/><Relationship Id="rId7" Type="http://schemas.openxmlformats.org/officeDocument/2006/relationships/image" Target="../media/image118.jpg"/><Relationship Id="rId8" Type="http://schemas.openxmlformats.org/officeDocument/2006/relationships/image" Target="../media/image119.jpg"/><Relationship Id="rId9" Type="http://schemas.openxmlformats.org/officeDocument/2006/relationships/image" Target="../media/image120.jpg"/><Relationship Id="rId10" Type="http://schemas.openxmlformats.org/officeDocument/2006/relationships/image" Target="../media/image121.jpg"/><Relationship Id="rId11" Type="http://schemas.openxmlformats.org/officeDocument/2006/relationships/image" Target="../media/image122.jpg"/><Relationship Id="rId12" Type="http://schemas.openxmlformats.org/officeDocument/2006/relationships/image" Target="../media/image123.jpg"/><Relationship Id="rId13" Type="http://schemas.openxmlformats.org/officeDocument/2006/relationships/image" Target="../media/image124.jpg"/><Relationship Id="rId14" Type="http://schemas.openxmlformats.org/officeDocument/2006/relationships/image" Target="../media/image125.jpg"/><Relationship Id="rId15" Type="http://schemas.openxmlformats.org/officeDocument/2006/relationships/image" Target="../media/image126.jpg"/><Relationship Id="rId16" Type="http://schemas.openxmlformats.org/officeDocument/2006/relationships/image" Target="../media/image127.jpg"/><Relationship Id="rId17" Type="http://schemas.openxmlformats.org/officeDocument/2006/relationships/image" Target="../media/image128.jpg"/><Relationship Id="rId18" Type="http://schemas.openxmlformats.org/officeDocument/2006/relationships/image" Target="../media/image129.jpg"/><Relationship Id="rId19" Type="http://schemas.openxmlformats.org/officeDocument/2006/relationships/image" Target="../media/image130.jpg"/><Relationship Id="rId20" Type="http://schemas.openxmlformats.org/officeDocument/2006/relationships/image" Target="../media/image131.jpg"/><Relationship Id="rId21" Type="http://schemas.openxmlformats.org/officeDocument/2006/relationships/image" Target="../media/image13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Relationship Id="rId3" Type="http://schemas.openxmlformats.org/officeDocument/2006/relationships/image" Target="../media/image134.jpg"/><Relationship Id="rId4" Type="http://schemas.openxmlformats.org/officeDocument/2006/relationships/image" Target="../media/image135.jpg"/><Relationship Id="rId5" Type="http://schemas.openxmlformats.org/officeDocument/2006/relationships/image" Target="../media/image136.jpg"/><Relationship Id="rId6" Type="http://schemas.openxmlformats.org/officeDocument/2006/relationships/image" Target="../media/image137.jpg"/><Relationship Id="rId7" Type="http://schemas.openxmlformats.org/officeDocument/2006/relationships/image" Target="../media/image138.jpg"/><Relationship Id="rId8" Type="http://schemas.openxmlformats.org/officeDocument/2006/relationships/image" Target="../media/image139.jpg"/><Relationship Id="rId9" Type="http://schemas.openxmlformats.org/officeDocument/2006/relationships/image" Target="../media/image140.jpg"/><Relationship Id="rId10" Type="http://schemas.openxmlformats.org/officeDocument/2006/relationships/image" Target="../media/image141.jpg"/><Relationship Id="rId11" Type="http://schemas.openxmlformats.org/officeDocument/2006/relationships/image" Target="../media/image142.jpg"/><Relationship Id="rId12" Type="http://schemas.openxmlformats.org/officeDocument/2006/relationships/image" Target="../media/image143.jpg"/><Relationship Id="rId13" Type="http://schemas.openxmlformats.org/officeDocument/2006/relationships/image" Target="../media/image144.jpg"/><Relationship Id="rId14" Type="http://schemas.openxmlformats.org/officeDocument/2006/relationships/image" Target="../media/image145.jpg"/><Relationship Id="rId15" Type="http://schemas.openxmlformats.org/officeDocument/2006/relationships/image" Target="../media/image146.jpg"/><Relationship Id="rId16" Type="http://schemas.openxmlformats.org/officeDocument/2006/relationships/image" Target="../media/image147.jpg"/><Relationship Id="rId17" Type="http://schemas.openxmlformats.org/officeDocument/2006/relationships/image" Target="../media/image148.jpg"/><Relationship Id="rId18" Type="http://schemas.openxmlformats.org/officeDocument/2006/relationships/image" Target="../media/image149.jpg"/><Relationship Id="rId19" Type="http://schemas.openxmlformats.org/officeDocument/2006/relationships/image" Target="../media/image150.jpg"/><Relationship Id="rId20" Type="http://schemas.openxmlformats.org/officeDocument/2006/relationships/image" Target="../media/image151.jpg"/><Relationship Id="rId21" Type="http://schemas.openxmlformats.org/officeDocument/2006/relationships/image" Target="../media/image15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Relationship Id="rId3" Type="http://schemas.openxmlformats.org/officeDocument/2006/relationships/image" Target="../media/image154.jpg"/><Relationship Id="rId4" Type="http://schemas.openxmlformats.org/officeDocument/2006/relationships/image" Target="../media/image155.jpg"/><Relationship Id="rId5" Type="http://schemas.openxmlformats.org/officeDocument/2006/relationships/image" Target="../media/image156.jpg"/><Relationship Id="rId6" Type="http://schemas.openxmlformats.org/officeDocument/2006/relationships/image" Target="../media/image157.jpg"/><Relationship Id="rId7" Type="http://schemas.openxmlformats.org/officeDocument/2006/relationships/image" Target="../media/image158.jpg"/><Relationship Id="rId8" Type="http://schemas.openxmlformats.org/officeDocument/2006/relationships/image" Target="../media/image159.jpg"/><Relationship Id="rId9" Type="http://schemas.openxmlformats.org/officeDocument/2006/relationships/image" Target="../media/image160.jpg"/><Relationship Id="rId10" Type="http://schemas.openxmlformats.org/officeDocument/2006/relationships/image" Target="../media/image161.jpg"/><Relationship Id="rId11" Type="http://schemas.openxmlformats.org/officeDocument/2006/relationships/image" Target="../media/image162.jpg"/><Relationship Id="rId12" Type="http://schemas.openxmlformats.org/officeDocument/2006/relationships/image" Target="../media/image163.jpg"/><Relationship Id="rId13" Type="http://schemas.openxmlformats.org/officeDocument/2006/relationships/image" Target="../media/image164.jpg"/><Relationship Id="rId14" Type="http://schemas.openxmlformats.org/officeDocument/2006/relationships/image" Target="../media/image165.jpg"/><Relationship Id="rId15" Type="http://schemas.openxmlformats.org/officeDocument/2006/relationships/image" Target="../media/image16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5" name="Google Shape;55;p13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6" name="Google Shape;56;p13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7" name="Google Shape;57;p13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8" name="Google Shape;58;p13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9" name="Google Shape;59;p13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0" name="Google Shape;60;p13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1" name="Google Shape;61;p13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2" name="Picture 61" descr="resized_001_fb781323-2746-405d-a9b2-e778c037a6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91" y="223838"/>
            <a:ext cx="2277300" cy="3250800"/>
          </a:xfrm>
          <a:prstGeom prst="rect">
            <a:avLst/>
          </a:prstGeom>
        </p:spPr>
      </p:pic>
      <p:pic>
        <p:nvPicPr>
          <p:cNvPr id="63" name="Picture 62" descr="resized_002_dc69f960-68ba-4315-8146-6a7a820475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89" y="4138801"/>
            <a:ext cx="2277300" cy="3250800"/>
          </a:xfrm>
          <a:prstGeom prst="rect">
            <a:avLst/>
          </a:prstGeom>
        </p:spPr>
      </p:pic>
      <p:pic>
        <p:nvPicPr>
          <p:cNvPr id="64" name="Picture 63" descr="resized_003_219210d3-263c-41c4-9211-0e59b2d4ccf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13" y="-262893"/>
            <a:ext cx="2277300" cy="3250800"/>
          </a:xfrm>
          <a:prstGeom prst="rect">
            <a:avLst/>
          </a:prstGeom>
        </p:spPr>
      </p:pic>
      <p:pic>
        <p:nvPicPr>
          <p:cNvPr id="65" name="Picture 64" descr="resized_004_d0d33d52-3d28-4635-b985-51e12628925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848" y="-262893"/>
            <a:ext cx="2277300" cy="3250800"/>
          </a:xfrm>
          <a:prstGeom prst="rect">
            <a:avLst/>
          </a:prstGeom>
        </p:spPr>
      </p:pic>
      <p:pic>
        <p:nvPicPr>
          <p:cNvPr id="66" name="Picture 65" descr="resized_005_4b71d89b-7ba4-406f-8736-ac62b9864f2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0613" y="2181335"/>
            <a:ext cx="2277300" cy="3250800"/>
          </a:xfrm>
          <a:prstGeom prst="rect">
            <a:avLst/>
          </a:prstGeom>
        </p:spPr>
      </p:pic>
      <p:pic>
        <p:nvPicPr>
          <p:cNvPr id="67" name="Picture 66" descr="resized_006_7c2839fa-33eb-47fb-9541-77c68612aa0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5856" y="2181318"/>
            <a:ext cx="2277300" cy="3250800"/>
          </a:xfrm>
          <a:prstGeom prst="rect">
            <a:avLst/>
          </a:prstGeom>
        </p:spPr>
      </p:pic>
      <p:pic>
        <p:nvPicPr>
          <p:cNvPr id="68" name="Picture 67" descr="resized_007_01033dae-fec1-41f2-b7f2-cc6a4333179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0613" y="4625552"/>
            <a:ext cx="2277300" cy="3250800"/>
          </a:xfrm>
          <a:prstGeom prst="rect">
            <a:avLst/>
          </a:prstGeom>
        </p:spPr>
      </p:pic>
      <p:pic>
        <p:nvPicPr>
          <p:cNvPr id="69" name="Picture 68" descr="resized_008_b5ddad46-5e2e-43c9-8c91-7aca6ca2356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65849" y="4625548"/>
            <a:ext cx="2277300" cy="325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 rot="10800000">
            <a:off x="236391" y="22383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7" name="Google Shape;67;p14"/>
          <p:cNvSpPr/>
          <p:nvPr/>
        </p:nvSpPr>
        <p:spPr>
          <a:xfrm rot="10800000">
            <a:off x="236389" y="4138801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8" name="Google Shape;68;p14"/>
          <p:cNvSpPr/>
          <p:nvPr/>
        </p:nvSpPr>
        <p:spPr>
          <a:xfrm rot="5400000">
            <a:off x="3270613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69" name="Google Shape;69;p14"/>
          <p:cNvSpPr/>
          <p:nvPr/>
        </p:nvSpPr>
        <p:spPr>
          <a:xfrm rot="5400000">
            <a:off x="6665848" y="-262893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0" name="Google Shape;70;p14"/>
          <p:cNvSpPr/>
          <p:nvPr/>
        </p:nvSpPr>
        <p:spPr>
          <a:xfrm rot="5400000">
            <a:off x="3270613" y="2181335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1" name="Google Shape;71;p14"/>
          <p:cNvSpPr/>
          <p:nvPr/>
        </p:nvSpPr>
        <p:spPr>
          <a:xfrm rot="5400000">
            <a:off x="6665856" y="218131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2" name="Google Shape;72;p14"/>
          <p:cNvSpPr/>
          <p:nvPr/>
        </p:nvSpPr>
        <p:spPr>
          <a:xfrm rot="5400000">
            <a:off x="3270613" y="4625552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3" name="Google Shape;73;p14"/>
          <p:cNvSpPr/>
          <p:nvPr/>
        </p:nvSpPr>
        <p:spPr>
          <a:xfrm rot="5400000">
            <a:off x="6665849" y="4625548"/>
            <a:ext cx="2277300" cy="3250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3100" lIns="113100" spcFirstLastPara="1" rIns="113100" wrap="square" tIns="11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descr="Zirda, the Dawnwaker"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6701525" y="2208150"/>
            <a:ext cx="2279875" cy="317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blin Engineer"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306414" y="2201837"/>
            <a:ext cx="2285150" cy="3184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aff of Domination" id="76" name="Google Shape;7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297645" y="-205875"/>
            <a:ext cx="2240700" cy="3122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rn, the Great Creator" id="77" name="Google Shape;77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6629413" y="-247713"/>
            <a:ext cx="2289175" cy="318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ll from Eternity" id="78" name="Google Shape;78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ystic Forge" id="79" name="Google Shape;79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urmcoil Engine" id="80" name="Google Shape;80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5400000">
            <a:off x="6623500" y="4667900"/>
            <a:ext cx="2258975" cy="3147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th to Exile" id="81" name="Google Shape;81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5400000">
            <a:off x="3296488" y="4662187"/>
            <a:ext cx="2288075" cy="318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Picture 81" descr="resized_009_806d4e61-004f-4e52-b2e8-ba11b922cc7d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6391" y="223838"/>
            <a:ext cx="2277300" cy="3250800"/>
          </a:xfrm>
          <a:prstGeom prst="rect">
            <a:avLst/>
          </a:prstGeom>
        </p:spPr>
      </p:pic>
      <p:pic>
        <p:nvPicPr>
          <p:cNvPr id="83" name="Picture 82" descr="resized_010_3ea495ff-33df-406b-98e3-5579e2158bbc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6389" y="4138801"/>
            <a:ext cx="2277300" cy="3250800"/>
          </a:xfrm>
          <a:prstGeom prst="rect">
            <a:avLst/>
          </a:prstGeom>
        </p:spPr>
      </p:pic>
      <p:pic>
        <p:nvPicPr>
          <p:cNvPr id="84" name="Picture 83" descr="resized_011_3ea495ff-33df-406b-98e3-5579e2158bbc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70613" y="-262893"/>
            <a:ext cx="2277300" cy="3250800"/>
          </a:xfrm>
          <a:prstGeom prst="rect">
            <a:avLst/>
          </a:prstGeom>
        </p:spPr>
      </p:pic>
      <p:pic>
        <p:nvPicPr>
          <p:cNvPr id="85" name="Picture 84" descr="resized_012_426ed66e-41b3-4e44-90a2-697aafaa8c5c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5848" y="-262893"/>
            <a:ext cx="2277300" cy="3250800"/>
          </a:xfrm>
          <a:prstGeom prst="rect">
            <a:avLst/>
          </a:prstGeom>
        </p:spPr>
      </p:pic>
      <p:pic>
        <p:nvPicPr>
          <p:cNvPr id="86" name="Picture 85" descr="resized_013_426ed66e-41b3-4e44-90a2-697aafaa8c5c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70613" y="2181335"/>
            <a:ext cx="2277300" cy="3250800"/>
          </a:xfrm>
          <a:prstGeom prst="rect">
            <a:avLst/>
          </a:prstGeom>
        </p:spPr>
      </p:pic>
      <p:pic>
        <p:nvPicPr>
          <p:cNvPr id="87" name="Picture 86" descr="resized_014_a5873a4d-ab6e-4dd2-9380-5eaa367a8396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65856" y="2181318"/>
            <a:ext cx="2277300" cy="3250800"/>
          </a:xfrm>
          <a:prstGeom prst="rect">
            <a:avLst/>
          </a:prstGeom>
        </p:spPr>
      </p:pic>
      <p:pic>
        <p:nvPicPr>
          <p:cNvPr id="88" name="Picture 87" descr="resized_015_a5873a4d-ab6e-4dd2-9380-5eaa367a8396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70613" y="4625552"/>
            <a:ext cx="2277300" cy="3250800"/>
          </a:xfrm>
          <a:prstGeom prst="rect">
            <a:avLst/>
          </a:prstGeom>
        </p:spPr>
      </p:pic>
      <p:pic>
        <p:nvPicPr>
          <p:cNvPr id="89" name="Picture 88" descr="resized_016_db01c222-8795-47e9-a789-e7f749a3ee7d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5849" y="4625548"/>
            <a:ext cx="2277300" cy="3250800"/>
          </a:xfrm>
          <a:prstGeom prst="rect">
            <a:avLst/>
          </a:prstGeom>
        </p:spPr>
      </p:pic>
      <p:pic>
        <p:nvPicPr>
          <p:cNvPr id="90" name="Picture 89" descr="resized_017_db01c222-8795-47e9-a789-e7f749a3ee7d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01525" y="2208150"/>
            <a:ext cx="2279875" cy="3176875"/>
          </a:xfrm>
          <a:prstGeom prst="rect">
            <a:avLst/>
          </a:prstGeom>
        </p:spPr>
      </p:pic>
      <p:pic>
        <p:nvPicPr>
          <p:cNvPr id="91" name="Picture 90" descr="resized_018_f32302f1-b54f-4489-9d0b-9b771e59da06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06414" y="2201837"/>
            <a:ext cx="2285150" cy="3184226"/>
          </a:xfrm>
          <a:prstGeom prst="rect">
            <a:avLst/>
          </a:prstGeom>
        </p:spPr>
      </p:pic>
      <p:pic>
        <p:nvPicPr>
          <p:cNvPr id="92" name="Picture 91" descr="resized_019_f32302f1-b54f-4489-9d0b-9b771e59da06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97645" y="-205875"/>
            <a:ext cx="2240700" cy="3122251"/>
          </a:xfrm>
          <a:prstGeom prst="rect">
            <a:avLst/>
          </a:prstGeom>
        </p:spPr>
      </p:pic>
      <p:pic>
        <p:nvPicPr>
          <p:cNvPr id="93" name="Picture 92" descr="resized_020_0693bcd2-8a3d-4dcf-8360-5b9891044dfe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29413" y="-247713"/>
            <a:ext cx="2289175" cy="3189800"/>
          </a:xfrm>
          <a:prstGeom prst="rect">
            <a:avLst/>
          </a:prstGeom>
        </p:spPr>
      </p:pic>
      <p:pic>
        <p:nvPicPr>
          <p:cNvPr id="94" name="Picture 93" descr="resized_021_0693bcd2-8a3d-4dcf-8360-5b9891044dfe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0775" y="4138800"/>
            <a:ext cx="2332927" cy="3250799"/>
          </a:xfrm>
          <a:prstGeom prst="rect">
            <a:avLst/>
          </a:prstGeom>
        </p:spPr>
      </p:pic>
      <p:pic>
        <p:nvPicPr>
          <p:cNvPr id="95" name="Picture 94" descr="resized_022_ab19808f-a5b8-4dfd-800e-2064cd6538c8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6400" y="262600"/>
            <a:ext cx="2277300" cy="3173295"/>
          </a:xfrm>
          <a:prstGeom prst="rect">
            <a:avLst/>
          </a:prstGeom>
        </p:spPr>
      </p:pic>
      <p:pic>
        <p:nvPicPr>
          <p:cNvPr id="96" name="Picture 95" descr="resized_023_ab19808f-a5b8-4dfd-800e-2064cd6538c8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23500" y="4667900"/>
            <a:ext cx="2258975" cy="3147774"/>
          </a:xfrm>
          <a:prstGeom prst="rect">
            <a:avLst/>
          </a:prstGeom>
        </p:spPr>
      </p:pic>
      <p:pic>
        <p:nvPicPr>
          <p:cNvPr id="97" name="Picture 96" descr="resized_024_31b60531-3d33-4e66-923a-29008716b15c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96488" y="4662187"/>
            <a:ext cx="2288075" cy="3188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esized_025_31b60531-3d33-4e66-923a-29008716b15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554480" cy="2176272"/>
          </a:xfrm>
          <a:prstGeom prst="rect">
            <a:avLst/>
          </a:prstGeom>
        </p:spPr>
      </p:pic>
      <p:pic>
        <p:nvPicPr>
          <p:cNvPr id="4" name="Picture 3" descr="resized_026_84aa18de-6acc-46cc-8e28-3046790a675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57200"/>
            <a:ext cx="1554480" cy="2176272"/>
          </a:xfrm>
          <a:prstGeom prst="rect">
            <a:avLst/>
          </a:prstGeom>
        </p:spPr>
      </p:pic>
      <p:pic>
        <p:nvPicPr>
          <p:cNvPr id="5" name="Picture 4" descr="resized_027_84aa18de-6acc-46cc-8e28-3046790a67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57200"/>
            <a:ext cx="1554480" cy="2176272"/>
          </a:xfrm>
          <a:prstGeom prst="rect">
            <a:avLst/>
          </a:prstGeom>
        </p:spPr>
      </p:pic>
      <p:pic>
        <p:nvPicPr>
          <p:cNvPr id="6" name="Picture 5" descr="resized_028_9cbdda50-8a27-4094-849d-b6f66def82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57200"/>
            <a:ext cx="1554480" cy="2176272"/>
          </a:xfrm>
          <a:prstGeom prst="rect">
            <a:avLst/>
          </a:prstGeom>
        </p:spPr>
      </p:pic>
      <p:pic>
        <p:nvPicPr>
          <p:cNvPr id="7" name="Picture 6" descr="resized_029_9cbdda50-8a27-4094-849d-b6f66def82c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57200"/>
            <a:ext cx="1554480" cy="2176272"/>
          </a:xfrm>
          <a:prstGeom prst="rect">
            <a:avLst/>
          </a:prstGeom>
        </p:spPr>
      </p:pic>
      <p:pic>
        <p:nvPicPr>
          <p:cNvPr id="8" name="Picture 7" descr="resized_030_ea630ba1-22f9-4a10-bdc6-0d03128214f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24912"/>
            <a:ext cx="1554480" cy="2176272"/>
          </a:xfrm>
          <a:prstGeom prst="rect">
            <a:avLst/>
          </a:prstGeom>
        </p:spPr>
      </p:pic>
      <p:pic>
        <p:nvPicPr>
          <p:cNvPr id="9" name="Picture 8" descr="resized_031_ea630ba1-22f9-4a10-bdc6-0d03128214f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2724912"/>
            <a:ext cx="1554480" cy="2176272"/>
          </a:xfrm>
          <a:prstGeom prst="rect">
            <a:avLst/>
          </a:prstGeom>
        </p:spPr>
      </p:pic>
      <p:pic>
        <p:nvPicPr>
          <p:cNvPr id="10" name="Picture 9" descr="resized_032_5ce6ea96-7293-496d-b9c8-8ed6d6109a4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2724912"/>
            <a:ext cx="1554480" cy="2176272"/>
          </a:xfrm>
          <a:prstGeom prst="rect">
            <a:avLst/>
          </a:prstGeom>
        </p:spPr>
      </p:pic>
      <p:pic>
        <p:nvPicPr>
          <p:cNvPr id="11" name="Picture 10" descr="resized_033_5ce6ea96-7293-496d-b9c8-8ed6d6109a4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2724912"/>
            <a:ext cx="1554480" cy="2176272"/>
          </a:xfrm>
          <a:prstGeom prst="rect">
            <a:avLst/>
          </a:prstGeom>
        </p:spPr>
      </p:pic>
      <p:pic>
        <p:nvPicPr>
          <p:cNvPr id="12" name="Picture 11" descr="resized_034_66444549-ad9b-49c6-a7c6-34e977c1085d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2724912"/>
            <a:ext cx="1554480" cy="2176272"/>
          </a:xfrm>
          <a:prstGeom prst="rect">
            <a:avLst/>
          </a:prstGeom>
        </p:spPr>
      </p:pic>
      <p:pic>
        <p:nvPicPr>
          <p:cNvPr id="13" name="Picture 12" descr="resized_035_66444549-ad9b-49c6-a7c6-34e977c1085d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992624"/>
            <a:ext cx="1554480" cy="2176272"/>
          </a:xfrm>
          <a:prstGeom prst="rect">
            <a:avLst/>
          </a:prstGeom>
        </p:spPr>
      </p:pic>
      <p:pic>
        <p:nvPicPr>
          <p:cNvPr id="14" name="Picture 13" descr="resized_036_1230be09-8436-4023-bb8b-d325456c091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3120" y="4992624"/>
            <a:ext cx="1554480" cy="2176272"/>
          </a:xfrm>
          <a:prstGeom prst="rect">
            <a:avLst/>
          </a:prstGeom>
        </p:spPr>
      </p:pic>
      <p:pic>
        <p:nvPicPr>
          <p:cNvPr id="15" name="Picture 14" descr="resized_037_1230be09-8436-4023-bb8b-d325456c0914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992624"/>
            <a:ext cx="1554480" cy="2176272"/>
          </a:xfrm>
          <a:prstGeom prst="rect">
            <a:avLst/>
          </a:prstGeom>
        </p:spPr>
      </p:pic>
      <p:pic>
        <p:nvPicPr>
          <p:cNvPr id="16" name="Picture 15" descr="resized_038_e82e61d1-488d-4627-a54c-d8496a96781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4992624"/>
            <a:ext cx="1554480" cy="2176272"/>
          </a:xfrm>
          <a:prstGeom prst="rect">
            <a:avLst/>
          </a:prstGeom>
        </p:spPr>
      </p:pic>
      <p:pic>
        <p:nvPicPr>
          <p:cNvPr id="17" name="Picture 16" descr="resized_039_e82e61d1-488d-4627-a54c-d8496a96781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0880" y="4992624"/>
            <a:ext cx="1554480" cy="2176272"/>
          </a:xfrm>
          <a:prstGeom prst="rect">
            <a:avLst/>
          </a:prstGeom>
        </p:spPr>
      </p:pic>
      <p:pic>
        <p:nvPicPr>
          <p:cNvPr id="18" name="Picture 17" descr="resized_040_95a5d742-187a-4eba-82e4-7a4cc5c4e6f3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7260336"/>
            <a:ext cx="1554480" cy="2176272"/>
          </a:xfrm>
          <a:prstGeom prst="rect">
            <a:avLst/>
          </a:prstGeom>
        </p:spPr>
      </p:pic>
      <p:pic>
        <p:nvPicPr>
          <p:cNvPr id="19" name="Picture 18" descr="resized_041_95a5d742-187a-4eba-82e4-7a4cc5c4e6f3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3120" y="7260336"/>
            <a:ext cx="1554480" cy="2176272"/>
          </a:xfrm>
          <a:prstGeom prst="rect">
            <a:avLst/>
          </a:prstGeom>
        </p:spPr>
      </p:pic>
      <p:pic>
        <p:nvPicPr>
          <p:cNvPr id="20" name="Picture 19" descr="resized_042_5caae5ae-845f-42c2-b1ae-956df2739433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49040" y="7260336"/>
            <a:ext cx="1554480" cy="2176272"/>
          </a:xfrm>
          <a:prstGeom prst="rect">
            <a:avLst/>
          </a:prstGeom>
        </p:spPr>
      </p:pic>
      <p:pic>
        <p:nvPicPr>
          <p:cNvPr id="21" name="Picture 20" descr="resized_043_5caae5ae-845f-42c2-b1ae-956df2739433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4960" y="7260336"/>
            <a:ext cx="1554480" cy="2176272"/>
          </a:xfrm>
          <a:prstGeom prst="rect">
            <a:avLst/>
          </a:prstGeom>
        </p:spPr>
      </p:pic>
      <p:pic>
        <p:nvPicPr>
          <p:cNvPr id="22" name="Picture 21" descr="resized_044_ccac70d4-6e04-4802-8bb8-021368a40e14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40880" y="7260336"/>
            <a:ext cx="155448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esized_045_ccac70d4-6e04-4802-8bb8-021368a40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554480" cy="2176272"/>
          </a:xfrm>
          <a:prstGeom prst="rect">
            <a:avLst/>
          </a:prstGeom>
        </p:spPr>
      </p:pic>
      <p:pic>
        <p:nvPicPr>
          <p:cNvPr id="4" name="Picture 3" descr="resized_046_cd4dbf80-187b-40e3-9e0b-526f78d9a34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57200"/>
            <a:ext cx="1554480" cy="2176272"/>
          </a:xfrm>
          <a:prstGeom prst="rect">
            <a:avLst/>
          </a:prstGeom>
        </p:spPr>
      </p:pic>
      <p:pic>
        <p:nvPicPr>
          <p:cNvPr id="5" name="Picture 4" descr="resized_047_cd4dbf80-187b-40e3-9e0b-526f78d9a34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57200"/>
            <a:ext cx="1554480" cy="2176272"/>
          </a:xfrm>
          <a:prstGeom prst="rect">
            <a:avLst/>
          </a:prstGeom>
        </p:spPr>
      </p:pic>
      <p:pic>
        <p:nvPicPr>
          <p:cNvPr id="6" name="Picture 5" descr="resized_048_bbc3152e-7b3b-4ac6-8b33-abfebde216a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57200"/>
            <a:ext cx="1554480" cy="2176272"/>
          </a:xfrm>
          <a:prstGeom prst="rect">
            <a:avLst/>
          </a:prstGeom>
        </p:spPr>
      </p:pic>
      <p:pic>
        <p:nvPicPr>
          <p:cNvPr id="7" name="Picture 6" descr="resized_049_bbc3152e-7b3b-4ac6-8b33-abfebde216a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57200"/>
            <a:ext cx="1554480" cy="2176272"/>
          </a:xfrm>
          <a:prstGeom prst="rect">
            <a:avLst/>
          </a:prstGeom>
        </p:spPr>
      </p:pic>
      <p:pic>
        <p:nvPicPr>
          <p:cNvPr id="8" name="Picture 7" descr="resized_050_3e76be46-cf81-4fef-bc5b-f87666cb041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24912"/>
            <a:ext cx="1554480" cy="2176272"/>
          </a:xfrm>
          <a:prstGeom prst="rect">
            <a:avLst/>
          </a:prstGeom>
        </p:spPr>
      </p:pic>
      <p:pic>
        <p:nvPicPr>
          <p:cNvPr id="9" name="Picture 8" descr="resized_051_3e76be46-cf81-4fef-bc5b-f87666cb041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2724912"/>
            <a:ext cx="1554480" cy="2176272"/>
          </a:xfrm>
          <a:prstGeom prst="rect">
            <a:avLst/>
          </a:prstGeom>
        </p:spPr>
      </p:pic>
      <p:pic>
        <p:nvPicPr>
          <p:cNvPr id="10" name="Picture 9" descr="resized_052_390c40ba-2464-44ae-8d67-93c72ab3c42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2724912"/>
            <a:ext cx="1554480" cy="2176272"/>
          </a:xfrm>
          <a:prstGeom prst="rect">
            <a:avLst/>
          </a:prstGeom>
        </p:spPr>
      </p:pic>
      <p:pic>
        <p:nvPicPr>
          <p:cNvPr id="11" name="Picture 10" descr="resized_053_390c40ba-2464-44ae-8d67-93c72ab3c42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2724912"/>
            <a:ext cx="1554480" cy="2176272"/>
          </a:xfrm>
          <a:prstGeom prst="rect">
            <a:avLst/>
          </a:prstGeom>
        </p:spPr>
      </p:pic>
      <p:pic>
        <p:nvPicPr>
          <p:cNvPr id="12" name="Picture 11" descr="resized_054_d24b6640-ef2f-4c92-beb3-afdf78f9c2d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2724912"/>
            <a:ext cx="1554480" cy="2176272"/>
          </a:xfrm>
          <a:prstGeom prst="rect">
            <a:avLst/>
          </a:prstGeom>
        </p:spPr>
      </p:pic>
      <p:pic>
        <p:nvPicPr>
          <p:cNvPr id="13" name="Picture 12" descr="resized_055_d24b6640-ef2f-4c92-beb3-afdf78f9c2d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992624"/>
            <a:ext cx="1554480" cy="2176272"/>
          </a:xfrm>
          <a:prstGeom prst="rect">
            <a:avLst/>
          </a:prstGeom>
        </p:spPr>
      </p:pic>
      <p:pic>
        <p:nvPicPr>
          <p:cNvPr id="14" name="Picture 13" descr="resized_056_44063a90-e4cf-4bcd-a128-792de15371a7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3120" y="4992624"/>
            <a:ext cx="1554480" cy="2176272"/>
          </a:xfrm>
          <a:prstGeom prst="rect">
            <a:avLst/>
          </a:prstGeom>
        </p:spPr>
      </p:pic>
      <p:pic>
        <p:nvPicPr>
          <p:cNvPr id="15" name="Picture 14" descr="resized_057_44063a90-e4cf-4bcd-a128-792de15371a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992624"/>
            <a:ext cx="1554480" cy="2176272"/>
          </a:xfrm>
          <a:prstGeom prst="rect">
            <a:avLst/>
          </a:prstGeom>
        </p:spPr>
      </p:pic>
      <p:pic>
        <p:nvPicPr>
          <p:cNvPr id="16" name="Picture 15" descr="resized_058_24d6eab7-22bd-494f-8cbe-204446f24be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4992624"/>
            <a:ext cx="1554480" cy="2176272"/>
          </a:xfrm>
          <a:prstGeom prst="rect">
            <a:avLst/>
          </a:prstGeom>
        </p:spPr>
      </p:pic>
      <p:pic>
        <p:nvPicPr>
          <p:cNvPr id="17" name="Picture 16" descr="resized_059_24d6eab7-22bd-494f-8cbe-204446f24be9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0880" y="4992624"/>
            <a:ext cx="1554480" cy="2176272"/>
          </a:xfrm>
          <a:prstGeom prst="rect">
            <a:avLst/>
          </a:prstGeom>
        </p:spPr>
      </p:pic>
      <p:pic>
        <p:nvPicPr>
          <p:cNvPr id="18" name="Picture 17" descr="resized_060_7ee610ee-7711-4a6b-b441-d6c73e6ef2b4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7260336"/>
            <a:ext cx="1554480" cy="2176272"/>
          </a:xfrm>
          <a:prstGeom prst="rect">
            <a:avLst/>
          </a:prstGeom>
        </p:spPr>
      </p:pic>
      <p:pic>
        <p:nvPicPr>
          <p:cNvPr id="19" name="Picture 18" descr="resized_061_7ee610ee-7711-4a6b-b441-d6c73e6ef2b4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3120" y="7260336"/>
            <a:ext cx="1554480" cy="2176272"/>
          </a:xfrm>
          <a:prstGeom prst="rect">
            <a:avLst/>
          </a:prstGeom>
        </p:spPr>
      </p:pic>
      <p:pic>
        <p:nvPicPr>
          <p:cNvPr id="20" name="Picture 19" descr="resized_062_839b9c4c-0752-4d4f-abbb-ec2c9f9e55fa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49040" y="7260336"/>
            <a:ext cx="1554480" cy="2176272"/>
          </a:xfrm>
          <a:prstGeom prst="rect">
            <a:avLst/>
          </a:prstGeom>
        </p:spPr>
      </p:pic>
      <p:pic>
        <p:nvPicPr>
          <p:cNvPr id="21" name="Picture 20" descr="resized_063_839b9c4c-0752-4d4f-abbb-ec2c9f9e55fa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4960" y="7260336"/>
            <a:ext cx="1554480" cy="2176272"/>
          </a:xfrm>
          <a:prstGeom prst="rect">
            <a:avLst/>
          </a:prstGeom>
        </p:spPr>
      </p:pic>
      <p:pic>
        <p:nvPicPr>
          <p:cNvPr id="22" name="Picture 21" descr="resized_064_84c27ded-a0f6-4965-8a44-e87f0972d1d8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40880" y="7260336"/>
            <a:ext cx="155448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esized_065_84c27ded-a0f6-4965-8a44-e87f0972d1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554480" cy="2176272"/>
          </a:xfrm>
          <a:prstGeom prst="rect">
            <a:avLst/>
          </a:prstGeom>
        </p:spPr>
      </p:pic>
      <p:pic>
        <p:nvPicPr>
          <p:cNvPr id="4" name="Picture 3" descr="resized_066_b7c47024-5e08-4b17-b41a-7647f8b814b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57200"/>
            <a:ext cx="1554480" cy="2176272"/>
          </a:xfrm>
          <a:prstGeom prst="rect">
            <a:avLst/>
          </a:prstGeom>
        </p:spPr>
      </p:pic>
      <p:pic>
        <p:nvPicPr>
          <p:cNvPr id="5" name="Picture 4" descr="resized_067_b7c47024-5e08-4b17-b41a-7647f8b814b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57200"/>
            <a:ext cx="1554480" cy="2176272"/>
          </a:xfrm>
          <a:prstGeom prst="rect">
            <a:avLst/>
          </a:prstGeom>
        </p:spPr>
      </p:pic>
      <p:pic>
        <p:nvPicPr>
          <p:cNvPr id="6" name="Picture 5" descr="resized_068_ada14bc8-4549-4a73-8cbb-9a43698deb3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57200"/>
            <a:ext cx="1554480" cy="2176272"/>
          </a:xfrm>
          <a:prstGeom prst="rect">
            <a:avLst/>
          </a:prstGeom>
        </p:spPr>
      </p:pic>
      <p:pic>
        <p:nvPicPr>
          <p:cNvPr id="7" name="Picture 6" descr="resized_069_ada14bc8-4549-4a73-8cbb-9a43698deb3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57200"/>
            <a:ext cx="1554480" cy="2176272"/>
          </a:xfrm>
          <a:prstGeom prst="rect">
            <a:avLst/>
          </a:prstGeom>
        </p:spPr>
      </p:pic>
      <p:pic>
        <p:nvPicPr>
          <p:cNvPr id="8" name="Picture 7" descr="resized_070_efa9d2dc-b3b8-4475-bbfc-2db457ee4ffd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24912"/>
            <a:ext cx="1554480" cy="2176272"/>
          </a:xfrm>
          <a:prstGeom prst="rect">
            <a:avLst/>
          </a:prstGeom>
        </p:spPr>
      </p:pic>
      <p:pic>
        <p:nvPicPr>
          <p:cNvPr id="9" name="Picture 8" descr="resized_071_efa9d2dc-b3b8-4475-bbfc-2db457ee4ff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2724912"/>
            <a:ext cx="1554480" cy="2176272"/>
          </a:xfrm>
          <a:prstGeom prst="rect">
            <a:avLst/>
          </a:prstGeom>
        </p:spPr>
      </p:pic>
      <p:pic>
        <p:nvPicPr>
          <p:cNvPr id="10" name="Picture 9" descr="resized_072_3f2d9bae-2753-486c-be79-2438208ac35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2724912"/>
            <a:ext cx="1554480" cy="2176272"/>
          </a:xfrm>
          <a:prstGeom prst="rect">
            <a:avLst/>
          </a:prstGeom>
        </p:spPr>
      </p:pic>
      <p:pic>
        <p:nvPicPr>
          <p:cNvPr id="11" name="Picture 10" descr="resized_073_3f2d9bae-2753-486c-be79-2438208ac35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2724912"/>
            <a:ext cx="1554480" cy="2176272"/>
          </a:xfrm>
          <a:prstGeom prst="rect">
            <a:avLst/>
          </a:prstGeom>
        </p:spPr>
      </p:pic>
      <p:pic>
        <p:nvPicPr>
          <p:cNvPr id="12" name="Picture 11" descr="resized_074_860c0808-3ec1-4182-bf83-783720a0278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2724912"/>
            <a:ext cx="1554480" cy="2176272"/>
          </a:xfrm>
          <a:prstGeom prst="rect">
            <a:avLst/>
          </a:prstGeom>
        </p:spPr>
      </p:pic>
      <p:pic>
        <p:nvPicPr>
          <p:cNvPr id="13" name="Picture 12" descr="resized_075_860c0808-3ec1-4182-bf83-783720a0278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992624"/>
            <a:ext cx="1554480" cy="2176272"/>
          </a:xfrm>
          <a:prstGeom prst="rect">
            <a:avLst/>
          </a:prstGeom>
        </p:spPr>
      </p:pic>
      <p:pic>
        <p:nvPicPr>
          <p:cNvPr id="14" name="Picture 13" descr="resized_076_79248b68-4fab-46da-ab15-5c71c1f68d4b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3120" y="4992624"/>
            <a:ext cx="1554480" cy="2176272"/>
          </a:xfrm>
          <a:prstGeom prst="rect">
            <a:avLst/>
          </a:prstGeom>
        </p:spPr>
      </p:pic>
      <p:pic>
        <p:nvPicPr>
          <p:cNvPr id="15" name="Picture 14" descr="resized_077_79248b68-4fab-46da-ab15-5c71c1f68d4b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992624"/>
            <a:ext cx="1554480" cy="2176272"/>
          </a:xfrm>
          <a:prstGeom prst="rect">
            <a:avLst/>
          </a:prstGeom>
        </p:spPr>
      </p:pic>
      <p:pic>
        <p:nvPicPr>
          <p:cNvPr id="16" name="Picture 15" descr="resized_078_99545c3e-0710-48d3-8558-046bd66f225c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4992624"/>
            <a:ext cx="1554480" cy="2176272"/>
          </a:xfrm>
          <a:prstGeom prst="rect">
            <a:avLst/>
          </a:prstGeom>
        </p:spPr>
      </p:pic>
      <p:pic>
        <p:nvPicPr>
          <p:cNvPr id="17" name="Picture 16" descr="resized_079_99545c3e-0710-48d3-8558-046bd66f225c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0880" y="4992624"/>
            <a:ext cx="1554480" cy="2176272"/>
          </a:xfrm>
          <a:prstGeom prst="rect">
            <a:avLst/>
          </a:prstGeom>
        </p:spPr>
      </p:pic>
      <p:pic>
        <p:nvPicPr>
          <p:cNvPr id="18" name="Picture 17" descr="resized_080_4ee4ea37-621f-4ef7-b220-f4da3008e399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7260336"/>
            <a:ext cx="1554480" cy="2176272"/>
          </a:xfrm>
          <a:prstGeom prst="rect">
            <a:avLst/>
          </a:prstGeom>
        </p:spPr>
      </p:pic>
      <p:pic>
        <p:nvPicPr>
          <p:cNvPr id="19" name="Picture 18" descr="resized_081_4ee4ea37-621f-4ef7-b220-f4da3008e399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3120" y="7260336"/>
            <a:ext cx="1554480" cy="2176272"/>
          </a:xfrm>
          <a:prstGeom prst="rect">
            <a:avLst/>
          </a:prstGeom>
        </p:spPr>
      </p:pic>
      <p:pic>
        <p:nvPicPr>
          <p:cNvPr id="20" name="Picture 19" descr="resized_082_753567c7-c484-4c0d-8128-7710e23c428f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49040" y="7260336"/>
            <a:ext cx="1554480" cy="2176272"/>
          </a:xfrm>
          <a:prstGeom prst="rect">
            <a:avLst/>
          </a:prstGeom>
        </p:spPr>
      </p:pic>
      <p:pic>
        <p:nvPicPr>
          <p:cNvPr id="21" name="Picture 20" descr="resized_083_753567c7-c484-4c0d-8128-7710e23c428f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4960" y="7260336"/>
            <a:ext cx="1554480" cy="2176272"/>
          </a:xfrm>
          <a:prstGeom prst="rect">
            <a:avLst/>
          </a:prstGeom>
        </p:spPr>
      </p:pic>
      <p:pic>
        <p:nvPicPr>
          <p:cNvPr id="22" name="Picture 21" descr="resized_084_ef192364-713a-42ff-8249-69a73ae61bd8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40880" y="7260336"/>
            <a:ext cx="155448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esized_085_ef192364-713a-42ff-8249-69a73ae61bd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554480" cy="2176272"/>
          </a:xfrm>
          <a:prstGeom prst="rect">
            <a:avLst/>
          </a:prstGeom>
        </p:spPr>
      </p:pic>
      <p:pic>
        <p:nvPicPr>
          <p:cNvPr id="4" name="Picture 3" descr="resized_086_855d40de-e9b8-4bb5-a030-a36242324ab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57200"/>
            <a:ext cx="1554480" cy="2176272"/>
          </a:xfrm>
          <a:prstGeom prst="rect">
            <a:avLst/>
          </a:prstGeom>
        </p:spPr>
      </p:pic>
      <p:pic>
        <p:nvPicPr>
          <p:cNvPr id="5" name="Picture 4" descr="resized_087_855d40de-e9b8-4bb5-a030-a36242324ab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57200"/>
            <a:ext cx="1554480" cy="2176272"/>
          </a:xfrm>
          <a:prstGeom prst="rect">
            <a:avLst/>
          </a:prstGeom>
        </p:spPr>
      </p:pic>
      <p:pic>
        <p:nvPicPr>
          <p:cNvPr id="6" name="Picture 5" descr="resized_088_37155f69-1d72-4fcb-80b3-548b7d78f9e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57200"/>
            <a:ext cx="1554480" cy="2176272"/>
          </a:xfrm>
          <a:prstGeom prst="rect">
            <a:avLst/>
          </a:prstGeom>
        </p:spPr>
      </p:pic>
      <p:pic>
        <p:nvPicPr>
          <p:cNvPr id="7" name="Picture 6" descr="resized_089_37155f69-1d72-4fcb-80b3-548b7d78f9e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57200"/>
            <a:ext cx="1554480" cy="2176272"/>
          </a:xfrm>
          <a:prstGeom prst="rect">
            <a:avLst/>
          </a:prstGeom>
        </p:spPr>
      </p:pic>
      <p:pic>
        <p:nvPicPr>
          <p:cNvPr id="8" name="Picture 7" descr="resized_090_240448cd-c308-49ae-9e4b-0c35adc59fb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24912"/>
            <a:ext cx="1554480" cy="2176272"/>
          </a:xfrm>
          <a:prstGeom prst="rect">
            <a:avLst/>
          </a:prstGeom>
        </p:spPr>
      </p:pic>
      <p:pic>
        <p:nvPicPr>
          <p:cNvPr id="9" name="Picture 8" descr="resized_091_240448cd-c308-49ae-9e4b-0c35adc59fb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2724912"/>
            <a:ext cx="1554480" cy="2176272"/>
          </a:xfrm>
          <a:prstGeom prst="rect">
            <a:avLst/>
          </a:prstGeom>
        </p:spPr>
      </p:pic>
      <p:pic>
        <p:nvPicPr>
          <p:cNvPr id="10" name="Picture 9" descr="resized_092_3930cca5-f10c-48eb-8ec8-2df521f5dfe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2724912"/>
            <a:ext cx="1554480" cy="2176272"/>
          </a:xfrm>
          <a:prstGeom prst="rect">
            <a:avLst/>
          </a:prstGeom>
        </p:spPr>
      </p:pic>
      <p:pic>
        <p:nvPicPr>
          <p:cNvPr id="11" name="Picture 10" descr="resized_093_3930cca5-f10c-48eb-8ec8-2df521f5dfe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2724912"/>
            <a:ext cx="1554480" cy="2176272"/>
          </a:xfrm>
          <a:prstGeom prst="rect">
            <a:avLst/>
          </a:prstGeom>
        </p:spPr>
      </p:pic>
      <p:pic>
        <p:nvPicPr>
          <p:cNvPr id="12" name="Picture 11" descr="resized_094_a30c2025-03cf-4c3d-9dd5-0d25f7019d2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2724912"/>
            <a:ext cx="1554480" cy="2176272"/>
          </a:xfrm>
          <a:prstGeom prst="rect">
            <a:avLst/>
          </a:prstGeom>
        </p:spPr>
      </p:pic>
      <p:pic>
        <p:nvPicPr>
          <p:cNvPr id="13" name="Picture 12" descr="resized_095_a30c2025-03cf-4c3d-9dd5-0d25f7019d2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992624"/>
            <a:ext cx="1554480" cy="2176272"/>
          </a:xfrm>
          <a:prstGeom prst="rect">
            <a:avLst/>
          </a:prstGeom>
        </p:spPr>
      </p:pic>
      <p:pic>
        <p:nvPicPr>
          <p:cNvPr id="14" name="Picture 13" descr="resized_096_f724dde1-84b0-4e3b-a9b8-44cd22bb9f7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3120" y="4992624"/>
            <a:ext cx="1554480" cy="2176272"/>
          </a:xfrm>
          <a:prstGeom prst="rect">
            <a:avLst/>
          </a:prstGeom>
        </p:spPr>
      </p:pic>
      <p:pic>
        <p:nvPicPr>
          <p:cNvPr id="15" name="Picture 14" descr="resized_097_f724dde1-84b0-4e3b-a9b8-44cd22bb9f7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992624"/>
            <a:ext cx="1554480" cy="2176272"/>
          </a:xfrm>
          <a:prstGeom prst="rect">
            <a:avLst/>
          </a:prstGeom>
        </p:spPr>
      </p:pic>
      <p:pic>
        <p:nvPicPr>
          <p:cNvPr id="16" name="Picture 15" descr="resized_098_36fb6ee3-bd54-4e5b-b055-c2c42515c16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4992624"/>
            <a:ext cx="1554480" cy="2176272"/>
          </a:xfrm>
          <a:prstGeom prst="rect">
            <a:avLst/>
          </a:prstGeom>
        </p:spPr>
      </p:pic>
      <p:pic>
        <p:nvPicPr>
          <p:cNvPr id="17" name="Picture 16" descr="resized_099_36fb6ee3-bd54-4e5b-b055-c2c42515c16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0880" y="4992624"/>
            <a:ext cx="1554480" cy="2176272"/>
          </a:xfrm>
          <a:prstGeom prst="rect">
            <a:avLst/>
          </a:prstGeom>
        </p:spPr>
      </p:pic>
      <p:pic>
        <p:nvPicPr>
          <p:cNvPr id="18" name="Picture 17" descr="resized_100_491b8613-d5cd-4749-9c1b-d27a388c616a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7260336"/>
            <a:ext cx="1554480" cy="2176272"/>
          </a:xfrm>
          <a:prstGeom prst="rect">
            <a:avLst/>
          </a:prstGeom>
        </p:spPr>
      </p:pic>
      <p:pic>
        <p:nvPicPr>
          <p:cNvPr id="19" name="Picture 18" descr="resized_101_491b8613-d5cd-4749-9c1b-d27a388c616a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3120" y="7260336"/>
            <a:ext cx="1554480" cy="2176272"/>
          </a:xfrm>
          <a:prstGeom prst="rect">
            <a:avLst/>
          </a:prstGeom>
        </p:spPr>
      </p:pic>
      <p:pic>
        <p:nvPicPr>
          <p:cNvPr id="20" name="Picture 19" descr="resized_102_9965a54b-8b22-418c-9a0d-bf154932f2e2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49040" y="7260336"/>
            <a:ext cx="1554480" cy="2176272"/>
          </a:xfrm>
          <a:prstGeom prst="rect">
            <a:avLst/>
          </a:prstGeom>
        </p:spPr>
      </p:pic>
      <p:pic>
        <p:nvPicPr>
          <p:cNvPr id="21" name="Picture 20" descr="resized_103_9965a54b-8b22-418c-9a0d-bf154932f2e2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4960" y="7260336"/>
            <a:ext cx="1554480" cy="2176272"/>
          </a:xfrm>
          <a:prstGeom prst="rect">
            <a:avLst/>
          </a:prstGeom>
        </p:spPr>
      </p:pic>
      <p:pic>
        <p:nvPicPr>
          <p:cNvPr id="22" name="Picture 21" descr="resized_104_4330d8ce-3b82-4297-ad5f-c63b54b6665a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40880" y="7260336"/>
            <a:ext cx="155448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esized_105_4330d8ce-3b82-4297-ad5f-c63b54b6665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554480" cy="2176272"/>
          </a:xfrm>
          <a:prstGeom prst="rect">
            <a:avLst/>
          </a:prstGeom>
        </p:spPr>
      </p:pic>
      <p:pic>
        <p:nvPicPr>
          <p:cNvPr id="4" name="Picture 3" descr="resized_106_ee6e5a35-fe21-4dee-b0ef-a8f2841511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57200"/>
            <a:ext cx="1554480" cy="2176272"/>
          </a:xfrm>
          <a:prstGeom prst="rect">
            <a:avLst/>
          </a:prstGeom>
        </p:spPr>
      </p:pic>
      <p:pic>
        <p:nvPicPr>
          <p:cNvPr id="5" name="Picture 4" descr="resized_107_ee6e5a35-fe21-4dee-b0ef-a8f2841511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57200"/>
            <a:ext cx="1554480" cy="2176272"/>
          </a:xfrm>
          <a:prstGeom prst="rect">
            <a:avLst/>
          </a:prstGeom>
        </p:spPr>
      </p:pic>
      <p:pic>
        <p:nvPicPr>
          <p:cNvPr id="6" name="Picture 5" descr="resized_108_a5b765f3-e59e-4af1-bac5-e50797f8629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57200"/>
            <a:ext cx="1554480" cy="2176272"/>
          </a:xfrm>
          <a:prstGeom prst="rect">
            <a:avLst/>
          </a:prstGeom>
        </p:spPr>
      </p:pic>
      <p:pic>
        <p:nvPicPr>
          <p:cNvPr id="7" name="Picture 6" descr="resized_109_a5b765f3-e59e-4af1-bac5-e50797f8629f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57200"/>
            <a:ext cx="1554480" cy="2176272"/>
          </a:xfrm>
          <a:prstGeom prst="rect">
            <a:avLst/>
          </a:prstGeom>
        </p:spPr>
      </p:pic>
      <p:pic>
        <p:nvPicPr>
          <p:cNvPr id="8" name="Picture 7" descr="resized_110_1969b151-3192-4d35-80ca-c4e180601ec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24912"/>
            <a:ext cx="1554480" cy="2176272"/>
          </a:xfrm>
          <a:prstGeom prst="rect">
            <a:avLst/>
          </a:prstGeom>
        </p:spPr>
      </p:pic>
      <p:pic>
        <p:nvPicPr>
          <p:cNvPr id="9" name="Picture 8" descr="resized_111_1969b151-3192-4d35-80ca-c4e180601ec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2724912"/>
            <a:ext cx="1554480" cy="2176272"/>
          </a:xfrm>
          <a:prstGeom prst="rect">
            <a:avLst/>
          </a:prstGeom>
        </p:spPr>
      </p:pic>
      <p:pic>
        <p:nvPicPr>
          <p:cNvPr id="10" name="Picture 9" descr="resized_112_64401acc-d080-4763-b67a-95164c11c69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2724912"/>
            <a:ext cx="1554480" cy="2176272"/>
          </a:xfrm>
          <a:prstGeom prst="rect">
            <a:avLst/>
          </a:prstGeom>
        </p:spPr>
      </p:pic>
      <p:pic>
        <p:nvPicPr>
          <p:cNvPr id="11" name="Picture 10" descr="resized_113_64401acc-d080-4763-b67a-95164c11c69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2724912"/>
            <a:ext cx="1554480" cy="2176272"/>
          </a:xfrm>
          <a:prstGeom prst="rect">
            <a:avLst/>
          </a:prstGeom>
        </p:spPr>
      </p:pic>
      <p:pic>
        <p:nvPicPr>
          <p:cNvPr id="12" name="Picture 11" descr="resized_114_0929a1bd-e35c-4ca5-8c8c-dd304cf4b83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2724912"/>
            <a:ext cx="1554480" cy="2176272"/>
          </a:xfrm>
          <a:prstGeom prst="rect">
            <a:avLst/>
          </a:prstGeom>
        </p:spPr>
      </p:pic>
      <p:pic>
        <p:nvPicPr>
          <p:cNvPr id="13" name="Picture 12" descr="resized_115_0929a1bd-e35c-4ca5-8c8c-dd304cf4b83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992624"/>
            <a:ext cx="1554480" cy="2176272"/>
          </a:xfrm>
          <a:prstGeom prst="rect">
            <a:avLst/>
          </a:prstGeom>
        </p:spPr>
      </p:pic>
      <p:pic>
        <p:nvPicPr>
          <p:cNvPr id="14" name="Picture 13" descr="resized_116_19ad36d6-8bf4-490c-9980-b98a470af89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3120" y="4992624"/>
            <a:ext cx="1554480" cy="2176272"/>
          </a:xfrm>
          <a:prstGeom prst="rect">
            <a:avLst/>
          </a:prstGeom>
        </p:spPr>
      </p:pic>
      <p:pic>
        <p:nvPicPr>
          <p:cNvPr id="15" name="Picture 14" descr="resized_117_19ad36d6-8bf4-490c-9980-b98a470af892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992624"/>
            <a:ext cx="1554480" cy="2176272"/>
          </a:xfrm>
          <a:prstGeom prst="rect">
            <a:avLst/>
          </a:prstGeom>
        </p:spPr>
      </p:pic>
      <p:pic>
        <p:nvPicPr>
          <p:cNvPr id="16" name="Picture 15" descr="resized_118_821f01e4-082e-424a-ae77-4053da893eb2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4992624"/>
            <a:ext cx="1554480" cy="2176272"/>
          </a:xfrm>
          <a:prstGeom prst="rect">
            <a:avLst/>
          </a:prstGeom>
        </p:spPr>
      </p:pic>
      <p:pic>
        <p:nvPicPr>
          <p:cNvPr id="17" name="Picture 16" descr="resized_119_821f01e4-082e-424a-ae77-4053da893eb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0880" y="4992624"/>
            <a:ext cx="1554480" cy="2176272"/>
          </a:xfrm>
          <a:prstGeom prst="rect">
            <a:avLst/>
          </a:prstGeom>
        </p:spPr>
      </p:pic>
      <p:pic>
        <p:nvPicPr>
          <p:cNvPr id="18" name="Picture 17" descr="resized_120_c0cdeaba-fc21-44e6-bf99-aa1ff379401b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7260336"/>
            <a:ext cx="1554480" cy="2176272"/>
          </a:xfrm>
          <a:prstGeom prst="rect">
            <a:avLst/>
          </a:prstGeom>
        </p:spPr>
      </p:pic>
      <p:pic>
        <p:nvPicPr>
          <p:cNvPr id="19" name="Picture 18" descr="resized_121_c0cdeaba-fc21-44e6-bf99-aa1ff379401b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3120" y="7260336"/>
            <a:ext cx="1554480" cy="2176272"/>
          </a:xfrm>
          <a:prstGeom prst="rect">
            <a:avLst/>
          </a:prstGeom>
        </p:spPr>
      </p:pic>
      <p:pic>
        <p:nvPicPr>
          <p:cNvPr id="20" name="Picture 19" descr="resized_122_08fa38c0-353c-4f6a-b87e-3f6366af44d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49040" y="7260336"/>
            <a:ext cx="1554480" cy="2176272"/>
          </a:xfrm>
          <a:prstGeom prst="rect">
            <a:avLst/>
          </a:prstGeom>
        </p:spPr>
      </p:pic>
      <p:pic>
        <p:nvPicPr>
          <p:cNvPr id="21" name="Picture 20" descr="resized_123_08fa38c0-353c-4f6a-b87e-3f6366af44d8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4960" y="7260336"/>
            <a:ext cx="1554480" cy="2176272"/>
          </a:xfrm>
          <a:prstGeom prst="rect">
            <a:avLst/>
          </a:prstGeom>
        </p:spPr>
      </p:pic>
      <p:pic>
        <p:nvPicPr>
          <p:cNvPr id="22" name="Picture 21" descr="resized_124_0adcd4e5-d542-4293-8774-ace2305ef820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40880" y="7260336"/>
            <a:ext cx="155448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esized_125_0adcd4e5-d542-4293-8774-ace2305ef8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554480" cy="2176272"/>
          </a:xfrm>
          <a:prstGeom prst="rect">
            <a:avLst/>
          </a:prstGeom>
        </p:spPr>
      </p:pic>
      <p:pic>
        <p:nvPicPr>
          <p:cNvPr id="4" name="Picture 3" descr="resized_126_60297593-2438-48d7-9414-48af114a93d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57200"/>
            <a:ext cx="1554480" cy="2176272"/>
          </a:xfrm>
          <a:prstGeom prst="rect">
            <a:avLst/>
          </a:prstGeom>
        </p:spPr>
      </p:pic>
      <p:pic>
        <p:nvPicPr>
          <p:cNvPr id="5" name="Picture 4" descr="resized_127_60297593-2438-48d7-9414-48af114a93d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57200"/>
            <a:ext cx="1554480" cy="2176272"/>
          </a:xfrm>
          <a:prstGeom prst="rect">
            <a:avLst/>
          </a:prstGeom>
        </p:spPr>
      </p:pic>
      <p:pic>
        <p:nvPicPr>
          <p:cNvPr id="6" name="Picture 5" descr="resized_128_bbaaa98a-ec40-4ff1-8762-a719cf1c475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57200"/>
            <a:ext cx="1554480" cy="2176272"/>
          </a:xfrm>
          <a:prstGeom prst="rect">
            <a:avLst/>
          </a:prstGeom>
        </p:spPr>
      </p:pic>
      <p:pic>
        <p:nvPicPr>
          <p:cNvPr id="7" name="Picture 6" descr="resized_129_bbaaa98a-ec40-4ff1-8762-a719cf1c475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57200"/>
            <a:ext cx="1554480" cy="2176272"/>
          </a:xfrm>
          <a:prstGeom prst="rect">
            <a:avLst/>
          </a:prstGeom>
        </p:spPr>
      </p:pic>
      <p:pic>
        <p:nvPicPr>
          <p:cNvPr id="8" name="Picture 7" descr="resized_130_302f0dc1-88ab-4961-b78c-fbe7980dca18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24912"/>
            <a:ext cx="1554480" cy="2176272"/>
          </a:xfrm>
          <a:prstGeom prst="rect">
            <a:avLst/>
          </a:prstGeom>
        </p:spPr>
      </p:pic>
      <p:pic>
        <p:nvPicPr>
          <p:cNvPr id="9" name="Picture 8" descr="resized_131_302f0dc1-88ab-4961-b78c-fbe7980dca1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2724912"/>
            <a:ext cx="1554480" cy="2176272"/>
          </a:xfrm>
          <a:prstGeom prst="rect">
            <a:avLst/>
          </a:prstGeom>
        </p:spPr>
      </p:pic>
      <p:pic>
        <p:nvPicPr>
          <p:cNvPr id="10" name="Picture 9" descr="resized_132_dc506497-4ecd-41d3-9042-f92f498251b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2724912"/>
            <a:ext cx="1554480" cy="2176272"/>
          </a:xfrm>
          <a:prstGeom prst="rect">
            <a:avLst/>
          </a:prstGeom>
        </p:spPr>
      </p:pic>
      <p:pic>
        <p:nvPicPr>
          <p:cNvPr id="11" name="Picture 10" descr="resized_133_dc506497-4ecd-41d3-9042-f92f498251b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2724912"/>
            <a:ext cx="1554480" cy="2176272"/>
          </a:xfrm>
          <a:prstGeom prst="rect">
            <a:avLst/>
          </a:prstGeom>
        </p:spPr>
      </p:pic>
      <p:pic>
        <p:nvPicPr>
          <p:cNvPr id="12" name="Picture 11" descr="resized_134_989b299b-daa9-4bda-94e2-9a2f0e8f2bc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2724912"/>
            <a:ext cx="1554480" cy="2176272"/>
          </a:xfrm>
          <a:prstGeom prst="rect">
            <a:avLst/>
          </a:prstGeom>
        </p:spPr>
      </p:pic>
      <p:pic>
        <p:nvPicPr>
          <p:cNvPr id="13" name="Picture 12" descr="resized_135_989b299b-daa9-4bda-94e2-9a2f0e8f2bc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992624"/>
            <a:ext cx="1554480" cy="2176272"/>
          </a:xfrm>
          <a:prstGeom prst="rect">
            <a:avLst/>
          </a:prstGeom>
        </p:spPr>
      </p:pic>
      <p:pic>
        <p:nvPicPr>
          <p:cNvPr id="14" name="Picture 13" descr="resized_136_c54ddd4e-f668-4ec8-b123-59afa977eba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3120" y="4992624"/>
            <a:ext cx="1554480" cy="2176272"/>
          </a:xfrm>
          <a:prstGeom prst="rect">
            <a:avLst/>
          </a:prstGeom>
        </p:spPr>
      </p:pic>
      <p:pic>
        <p:nvPicPr>
          <p:cNvPr id="15" name="Picture 14" descr="resized_137_c54ddd4e-f668-4ec8-b123-59afa977eba4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992624"/>
            <a:ext cx="1554480" cy="2176272"/>
          </a:xfrm>
          <a:prstGeom prst="rect">
            <a:avLst/>
          </a:prstGeom>
        </p:spPr>
      </p:pic>
      <p:pic>
        <p:nvPicPr>
          <p:cNvPr id="16" name="Picture 15" descr="resized_138_31181bd2-3a1f-4cb9-ba30-637ac479133a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4992624"/>
            <a:ext cx="1554480" cy="2176272"/>
          </a:xfrm>
          <a:prstGeom prst="rect">
            <a:avLst/>
          </a:prstGeom>
        </p:spPr>
      </p:pic>
      <p:pic>
        <p:nvPicPr>
          <p:cNvPr id="17" name="Picture 16" descr="resized_139_31181bd2-3a1f-4cb9-ba30-637ac479133a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40880" y="4992624"/>
            <a:ext cx="1554480" cy="2176272"/>
          </a:xfrm>
          <a:prstGeom prst="rect">
            <a:avLst/>
          </a:prstGeom>
        </p:spPr>
      </p:pic>
      <p:pic>
        <p:nvPicPr>
          <p:cNvPr id="18" name="Picture 17" descr="resized_140_a305e44f-4253-4754-b83f-1e34103d77b0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7260336"/>
            <a:ext cx="1554480" cy="2176272"/>
          </a:xfrm>
          <a:prstGeom prst="rect">
            <a:avLst/>
          </a:prstGeom>
        </p:spPr>
      </p:pic>
      <p:pic>
        <p:nvPicPr>
          <p:cNvPr id="19" name="Picture 18" descr="resized_141_a305e44f-4253-4754-b83f-1e34103d77b0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03120" y="7260336"/>
            <a:ext cx="1554480" cy="2176272"/>
          </a:xfrm>
          <a:prstGeom prst="rect">
            <a:avLst/>
          </a:prstGeom>
        </p:spPr>
      </p:pic>
      <p:pic>
        <p:nvPicPr>
          <p:cNvPr id="20" name="Picture 19" descr="resized_142_50d8346a-e0b5-41eb-be89-7d1eb0e84f2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749040" y="7260336"/>
            <a:ext cx="1554480" cy="2176272"/>
          </a:xfrm>
          <a:prstGeom prst="rect">
            <a:avLst/>
          </a:prstGeom>
        </p:spPr>
      </p:pic>
      <p:pic>
        <p:nvPicPr>
          <p:cNvPr id="21" name="Picture 20" descr="resized_143_50d8346a-e0b5-41eb-be89-7d1eb0e84f28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394960" y="7260336"/>
            <a:ext cx="1554480" cy="2176272"/>
          </a:xfrm>
          <a:prstGeom prst="rect">
            <a:avLst/>
          </a:prstGeom>
        </p:spPr>
      </p:pic>
      <p:pic>
        <p:nvPicPr>
          <p:cNvPr id="22" name="Picture 21" descr="resized_144_6a546a28-8df5-4080-9f50-af86d84a066f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040880" y="7260336"/>
            <a:ext cx="155448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resized_145_6a546a28-8df5-4080-9f50-af86d84a066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554480" cy="2176272"/>
          </a:xfrm>
          <a:prstGeom prst="rect">
            <a:avLst/>
          </a:prstGeom>
        </p:spPr>
      </p:pic>
      <p:pic>
        <p:nvPicPr>
          <p:cNvPr id="4" name="Picture 3" descr="resized_146_3dc4e8b8-6ee6-49aa-895a-2e35af6d1db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57200"/>
            <a:ext cx="1554480" cy="2176272"/>
          </a:xfrm>
          <a:prstGeom prst="rect">
            <a:avLst/>
          </a:prstGeom>
        </p:spPr>
      </p:pic>
      <p:pic>
        <p:nvPicPr>
          <p:cNvPr id="5" name="Picture 4" descr="resized_147_3dc4e8b8-6ee6-49aa-895a-2e35af6d1db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457200"/>
            <a:ext cx="1554480" cy="2176272"/>
          </a:xfrm>
          <a:prstGeom prst="rect">
            <a:avLst/>
          </a:prstGeom>
        </p:spPr>
      </p:pic>
      <p:pic>
        <p:nvPicPr>
          <p:cNvPr id="6" name="Picture 5" descr="resized_148_a2a424ea-ef32-4ac5-8f8c-3ea1839f01d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457200"/>
            <a:ext cx="1554480" cy="2176272"/>
          </a:xfrm>
          <a:prstGeom prst="rect">
            <a:avLst/>
          </a:prstGeom>
        </p:spPr>
      </p:pic>
      <p:pic>
        <p:nvPicPr>
          <p:cNvPr id="7" name="Picture 6" descr="resized_149_a2a424ea-ef32-4ac5-8f8c-3ea1839f01d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57200"/>
            <a:ext cx="1554480" cy="2176272"/>
          </a:xfrm>
          <a:prstGeom prst="rect">
            <a:avLst/>
          </a:prstGeom>
        </p:spPr>
      </p:pic>
      <p:pic>
        <p:nvPicPr>
          <p:cNvPr id="8" name="Picture 7" descr="resized_150_707d733d-2928-4215-91d2-1340fc9ee9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724912"/>
            <a:ext cx="1554480" cy="2176272"/>
          </a:xfrm>
          <a:prstGeom prst="rect">
            <a:avLst/>
          </a:prstGeom>
        </p:spPr>
      </p:pic>
      <p:pic>
        <p:nvPicPr>
          <p:cNvPr id="9" name="Picture 8" descr="resized_151_707d733d-2928-4215-91d2-1340fc9ee90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3120" y="2724912"/>
            <a:ext cx="1554480" cy="2176272"/>
          </a:xfrm>
          <a:prstGeom prst="rect">
            <a:avLst/>
          </a:prstGeom>
        </p:spPr>
      </p:pic>
      <p:pic>
        <p:nvPicPr>
          <p:cNvPr id="10" name="Picture 9" descr="resized_152_7102269a-e0d1-42a0-aa9d-fdd53b5aaeb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9040" y="2724912"/>
            <a:ext cx="1554480" cy="2176272"/>
          </a:xfrm>
          <a:prstGeom prst="rect">
            <a:avLst/>
          </a:prstGeom>
        </p:spPr>
      </p:pic>
      <p:pic>
        <p:nvPicPr>
          <p:cNvPr id="11" name="Picture 10" descr="resized_153_7102269a-e0d1-42a0-aa9d-fdd53b5aaeb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94960" y="2724912"/>
            <a:ext cx="1554480" cy="2176272"/>
          </a:xfrm>
          <a:prstGeom prst="rect">
            <a:avLst/>
          </a:prstGeom>
        </p:spPr>
      </p:pic>
      <p:pic>
        <p:nvPicPr>
          <p:cNvPr id="12" name="Picture 11" descr="resized_154_9c110fa1-2320-4652-b282-ed064a9ec9a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2724912"/>
            <a:ext cx="1554480" cy="2176272"/>
          </a:xfrm>
          <a:prstGeom prst="rect">
            <a:avLst/>
          </a:prstGeom>
        </p:spPr>
      </p:pic>
      <p:pic>
        <p:nvPicPr>
          <p:cNvPr id="13" name="Picture 12" descr="resized_155_9c110fa1-2320-4652-b282-ed064a9ec9a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4992624"/>
            <a:ext cx="1554480" cy="2176272"/>
          </a:xfrm>
          <a:prstGeom prst="rect">
            <a:avLst/>
          </a:prstGeom>
        </p:spPr>
      </p:pic>
      <p:pic>
        <p:nvPicPr>
          <p:cNvPr id="14" name="Picture 13" descr="resized_156_a824d5c0-cdd3-42e2-ac04-b8cada566163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3120" y="4992624"/>
            <a:ext cx="1554480" cy="2176272"/>
          </a:xfrm>
          <a:prstGeom prst="rect">
            <a:avLst/>
          </a:prstGeom>
        </p:spPr>
      </p:pic>
      <p:pic>
        <p:nvPicPr>
          <p:cNvPr id="15" name="Picture 14" descr="resized_157_a824d5c0-cdd3-42e2-ac04-b8cada56616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49040" y="4992624"/>
            <a:ext cx="1554480" cy="2176272"/>
          </a:xfrm>
          <a:prstGeom prst="rect">
            <a:avLst/>
          </a:prstGeom>
        </p:spPr>
      </p:pic>
      <p:pic>
        <p:nvPicPr>
          <p:cNvPr id="16" name="Picture 15" descr="resized_158_fb781323-2746-405d-a9b2-e778c037a6e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4960" y="4992624"/>
            <a:ext cx="1554480" cy="2176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