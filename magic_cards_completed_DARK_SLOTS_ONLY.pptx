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91" y="223838"/>
            <a:ext cx="2277300" cy="318822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89" y="4138801"/>
            <a:ext cx="2277300" cy="318822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62893"/>
            <a:ext cx="2277300" cy="318822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848" y="-262893"/>
            <a:ext cx="2277300" cy="318822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0613" y="2181335"/>
            <a:ext cx="2277300" cy="318822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56" y="2181318"/>
            <a:ext cx="2277300" cy="318822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25552"/>
            <a:ext cx="2277300" cy="318822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5849" y="4625548"/>
            <a:ext cx="2277300" cy="3188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