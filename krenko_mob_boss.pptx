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2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30.jpg"/><Relationship Id="rId9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image" Target="../media/image5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Relationship Id="rId6" Type="http://schemas.openxmlformats.org/officeDocument/2006/relationships/image" Target="../media/image62.jpg"/><Relationship Id="rId7" Type="http://schemas.openxmlformats.org/officeDocument/2006/relationships/image" Target="../media/image63.jpg"/><Relationship Id="rId8" Type="http://schemas.openxmlformats.org/officeDocument/2006/relationships/image" Target="../media/image64.jpg"/><Relationship Id="rId9" Type="http://schemas.openxmlformats.org/officeDocument/2006/relationships/image" Target="../media/image6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zgm1zl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pjj8qv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pjj8qv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8bvl0a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0a4wl2x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gil8qmz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_6z20d6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pexn_1e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m9ocbi5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x3ivyxy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z985g8j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ipc6ktz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uv_y6m1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ao084jm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42la_y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6a0xul3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lob64yk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1le66sn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yaqyzvtg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q2vycg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r4mmfm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6kga20j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8vcgmlt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ayp7rl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tj_r1cg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1v7c4ep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b4xftzk_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a4l469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6xw1_3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ke7s0as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0_nteq0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261r4bj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f4tgiy9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ojyoeoex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ps2bra_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8mkk_gt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e3ey4g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yipd01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qkwrh5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5930n38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n8xrwwp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0_nteq0i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z5x4bd1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zsdgn_n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8wg6mvu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zlfler6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9g_x_zc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o0f20wt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f5kumrb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ffd_2_uq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bi3suw2g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h64d8d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pmlcjdz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ypn9k4q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f8xjdyq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1w5e5kr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ajjmae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eodgsll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hsry4s0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nn8v9bx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32v3szw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_5js8g8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k2nazgv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v5aco_g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_dzypviq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vgh8yk6m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a6jbyyq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xlenbz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vnz4shu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dlk95te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78lzwba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e385rsa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mphpuc3do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mpgtp5392x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mpd4k2h8qy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8pif96w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mpxdgim2i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mpuyud9hz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mpobrzfxb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mp7aw2av2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