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7200"/>
            <a:ext cx="3200400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200400"/>
            <a:ext cx="3200400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200400"/>
            <a:ext cx="3200400" cy="2286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943600"/>
            <a:ext cx="3200400" cy="2286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5943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28600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72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