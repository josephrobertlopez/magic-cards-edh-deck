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457200"/>
            <a:ext cx="2286000" cy="3200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4023360"/>
            <a:ext cx="2286000" cy="3200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71800" y="4572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46520" y="4572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71800" y="301752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46520" y="301752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71800" y="557784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557784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