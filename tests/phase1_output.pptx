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7772400" cx="1005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48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 orient="horz"/>
        <p:guide pos="316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1125136"/>
            <a:ext cx="9372600" cy="31017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4282678"/>
            <a:ext cx="9372600" cy="1197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3250173"/>
            <a:ext cx="9372600" cy="12720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680227"/>
            <a:ext cx="7004700" cy="6181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1094158"/>
            <a:ext cx="4220700" cy="5583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1671478"/>
            <a:ext cx="9372600" cy="2967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4763362"/>
            <a:ext cx="9372600" cy="1965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othd62m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mpvsj9xgs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mpplduh30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mpiycy9fcx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mptg88t35w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mpww5isco_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mp3e52188l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mpmi97du1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rewwvq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mp978ic8x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