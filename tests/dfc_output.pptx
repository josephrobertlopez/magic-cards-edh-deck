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s47rsq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qs6f2wf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sis60_oz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c_li517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xublvfl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