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7772400" cx="10058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48">
          <p15:clr>
            <a:srgbClr val="747775"/>
          </p15:clr>
        </p15:guide>
        <p15:guide id="2" pos="31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48" orient="horz"/>
        <p:guide pos="3168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76816c076_1_0:notes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76816c07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76816c076_1_11:notes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76816c076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42879" y="1125136"/>
            <a:ext cx="9372600" cy="31017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2870" y="4282678"/>
            <a:ext cx="9372600" cy="1197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42870" y="3250173"/>
            <a:ext cx="9372600" cy="12720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4287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31564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42870" y="839573"/>
            <a:ext cx="3088800" cy="1141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42870" y="2099840"/>
            <a:ext cx="3088800" cy="4804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39275" y="680227"/>
            <a:ext cx="7004700" cy="6181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029200" y="-189"/>
            <a:ext cx="5029200" cy="777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2050" y="1863464"/>
            <a:ext cx="4449600" cy="2239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2050" y="4235758"/>
            <a:ext cx="4449600" cy="18663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433450" y="1094158"/>
            <a:ext cx="4220700" cy="55836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42870" y="6392869"/>
            <a:ext cx="6598800" cy="9144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42870" y="1671478"/>
            <a:ext cx="9372600" cy="29670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42870" y="4763362"/>
            <a:ext cx="9372600" cy="1965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Relationship Id="rId8" Type="http://schemas.openxmlformats.org/officeDocument/2006/relationships/image" Target="../media/image14.jpg"/><Relationship Id="rId9" Type="http://schemas.openxmlformats.org/officeDocument/2006/relationships/image" Target="../media/image15.jpg"/><Relationship Id="rId10" Type="http://schemas.openxmlformats.org/officeDocument/2006/relationships/image" Target="../media/image1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5.jpg"/><Relationship Id="rId5" Type="http://schemas.openxmlformats.org/officeDocument/2006/relationships/image" Target="../media/image3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1.jpg"/><Relationship Id="rId9" Type="http://schemas.openxmlformats.org/officeDocument/2006/relationships/image" Target="../media/image4.jpg"/><Relationship Id="rId10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Relationship Id="rId6" Type="http://schemas.openxmlformats.org/officeDocument/2006/relationships/image" Target="../media/image21.jpg"/><Relationship Id="rId7" Type="http://schemas.openxmlformats.org/officeDocument/2006/relationships/image" Target="../media/image22.jpg"/><Relationship Id="rId8" Type="http://schemas.openxmlformats.org/officeDocument/2006/relationships/image" Target="../media/image23.jpg"/><Relationship Id="rId9" Type="http://schemas.openxmlformats.org/officeDocument/2006/relationships/image" Target="../media/image2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openxmlformats.org/officeDocument/2006/relationships/image" Target="../media/image26.jpg"/><Relationship Id="rId5" Type="http://schemas.openxmlformats.org/officeDocument/2006/relationships/image" Target="../media/image27.jpg"/><Relationship Id="rId6" Type="http://schemas.openxmlformats.org/officeDocument/2006/relationships/image" Target="../media/image28.jpg"/><Relationship Id="rId7" Type="http://schemas.openxmlformats.org/officeDocument/2006/relationships/image" Target="../media/image29.jpg"/><Relationship Id="rId8" Type="http://schemas.openxmlformats.org/officeDocument/2006/relationships/image" Target="../media/image30.jpg"/><Relationship Id="rId9" Type="http://schemas.openxmlformats.org/officeDocument/2006/relationships/image" Target="../media/image3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image" Target="../media/image34.jpg"/><Relationship Id="rId5" Type="http://schemas.openxmlformats.org/officeDocument/2006/relationships/image" Target="../media/image35.jpg"/><Relationship Id="rId6" Type="http://schemas.openxmlformats.org/officeDocument/2006/relationships/image" Target="../media/image36.jpg"/><Relationship Id="rId7" Type="http://schemas.openxmlformats.org/officeDocument/2006/relationships/image" Target="../media/image37.jpg"/><Relationship Id="rId8" Type="http://schemas.openxmlformats.org/officeDocument/2006/relationships/image" Target="../media/image38.jpg"/><Relationship Id="rId9" Type="http://schemas.openxmlformats.org/officeDocument/2006/relationships/image" Target="../media/image3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jpg"/><Relationship Id="rId3" Type="http://schemas.openxmlformats.org/officeDocument/2006/relationships/image" Target="../media/image41.jpg"/><Relationship Id="rId4" Type="http://schemas.openxmlformats.org/officeDocument/2006/relationships/image" Target="../media/image42.jpg"/><Relationship Id="rId5" Type="http://schemas.openxmlformats.org/officeDocument/2006/relationships/image" Target="../media/image43.jpg"/><Relationship Id="rId6" Type="http://schemas.openxmlformats.org/officeDocument/2006/relationships/image" Target="../media/image44.jpg"/><Relationship Id="rId7" Type="http://schemas.openxmlformats.org/officeDocument/2006/relationships/image" Target="../media/image45.jpg"/><Relationship Id="rId8" Type="http://schemas.openxmlformats.org/officeDocument/2006/relationships/image" Target="../media/image46.jpg"/><Relationship Id="rId9" Type="http://schemas.openxmlformats.org/officeDocument/2006/relationships/image" Target="../media/image4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jpg"/><Relationship Id="rId3" Type="http://schemas.openxmlformats.org/officeDocument/2006/relationships/image" Target="../media/image49.jpg"/><Relationship Id="rId4" Type="http://schemas.openxmlformats.org/officeDocument/2006/relationships/image" Target="../media/image50.jpg"/><Relationship Id="rId5" Type="http://schemas.openxmlformats.org/officeDocument/2006/relationships/image" Target="../media/image51.jpg"/><Relationship Id="rId6" Type="http://schemas.openxmlformats.org/officeDocument/2006/relationships/image" Target="../media/image52.jpg"/><Relationship Id="rId7" Type="http://schemas.openxmlformats.org/officeDocument/2006/relationships/image" Target="../media/image53.jpg"/><Relationship Id="rId8" Type="http://schemas.openxmlformats.org/officeDocument/2006/relationships/image" Target="../media/image54.jpg"/><Relationship Id="rId9" Type="http://schemas.openxmlformats.org/officeDocument/2006/relationships/image" Target="../media/image5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jpg"/><Relationship Id="rId3" Type="http://schemas.openxmlformats.org/officeDocument/2006/relationships/image" Target="../media/image57.jpg"/><Relationship Id="rId4" Type="http://schemas.openxmlformats.org/officeDocument/2006/relationships/image" Target="../media/image58.jpg"/><Relationship Id="rId5" Type="http://schemas.openxmlformats.org/officeDocument/2006/relationships/image" Target="../media/image59.jpg"/><Relationship Id="rId6" Type="http://schemas.openxmlformats.org/officeDocument/2006/relationships/image" Target="../media/image60.jpg"/><Relationship Id="rId7" Type="http://schemas.openxmlformats.org/officeDocument/2006/relationships/image" Target="../media/image61.jpg"/><Relationship Id="rId8" Type="http://schemas.openxmlformats.org/officeDocument/2006/relationships/image" Target="../media/image62.jpg"/><Relationship Id="rId9" Type="http://schemas.openxmlformats.org/officeDocument/2006/relationships/image" Target="../media/image6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4.jpg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jpg"/><Relationship Id="rId6" Type="http://schemas.openxmlformats.org/officeDocument/2006/relationships/image" Target="../media/image68.jpg"/><Relationship Id="rId7" Type="http://schemas.openxmlformats.org/officeDocument/2006/relationships/image" Target="../media/image69.jpg"/><Relationship Id="rId8" Type="http://schemas.openxmlformats.org/officeDocument/2006/relationships/image" Target="../media/image70.jpg"/><Relationship Id="rId9" Type="http://schemas.openxmlformats.org/officeDocument/2006/relationships/image" Target="../media/image7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2.jpg"/><Relationship Id="rId3" Type="http://schemas.openxmlformats.org/officeDocument/2006/relationships/image" Target="../media/image73.jpg"/><Relationship Id="rId4" Type="http://schemas.openxmlformats.org/officeDocument/2006/relationships/image" Target="../media/image74.jpg"/><Relationship Id="rId5" Type="http://schemas.openxmlformats.org/officeDocument/2006/relationships/image" Target="../media/image75.jpg"/><Relationship Id="rId6" Type="http://schemas.openxmlformats.org/officeDocument/2006/relationships/image" Target="../media/image76.jpg"/><Relationship Id="rId7" Type="http://schemas.openxmlformats.org/officeDocument/2006/relationships/image" Target="../media/image77.jpg"/><Relationship Id="rId8" Type="http://schemas.openxmlformats.org/officeDocument/2006/relationships/image" Target="../media/image2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8.jpg"/><Relationship Id="rId3" Type="http://schemas.openxmlformats.org/officeDocument/2006/relationships/image" Target="../media/image79.jpg"/><Relationship Id="rId4" Type="http://schemas.openxmlformats.org/officeDocument/2006/relationships/image" Target="../media/image80.jpg"/><Relationship Id="rId5" Type="http://schemas.openxmlformats.org/officeDocument/2006/relationships/image" Target="../media/image81.jpg"/><Relationship Id="rId6" Type="http://schemas.openxmlformats.org/officeDocument/2006/relationships/image" Target="../media/image82.jpg"/><Relationship Id="rId7" Type="http://schemas.openxmlformats.org/officeDocument/2006/relationships/image" Target="../media/image8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 descr="temp_slot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63" name="Picture 62" descr="temp_slot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  <p:pic>
        <p:nvPicPr>
          <p:cNvPr id="64" name="Picture 63" descr="temp_slot_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65" name="Picture 64" descr="temp_slot_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856" y="2220074"/>
            <a:ext cx="2277300" cy="3173286"/>
          </a:xfrm>
          <a:prstGeom prst="rect">
            <a:avLst/>
          </a:prstGeom>
        </p:spPr>
      </p:pic>
      <p:pic>
        <p:nvPicPr>
          <p:cNvPr id="66" name="Picture 65" descr="temp_slot_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0613" y="2220091"/>
            <a:ext cx="2277300" cy="3173286"/>
          </a:xfrm>
          <a:prstGeom prst="rect">
            <a:avLst/>
          </a:prstGeom>
        </p:spPr>
      </p:pic>
      <p:pic>
        <p:nvPicPr>
          <p:cNvPr id="67" name="Picture 66" descr="temp_slot_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6389" y="4177557"/>
            <a:ext cx="2277300" cy="3173286"/>
          </a:xfrm>
          <a:prstGeom prst="rect">
            <a:avLst/>
          </a:prstGeom>
        </p:spPr>
      </p:pic>
      <p:pic>
        <p:nvPicPr>
          <p:cNvPr id="68" name="Picture 67" descr="temp_slot_6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5849" y="4664304"/>
            <a:ext cx="2277300" cy="3173286"/>
          </a:xfrm>
          <a:prstGeom prst="rect">
            <a:avLst/>
          </a:prstGeom>
        </p:spPr>
      </p:pic>
      <p:pic>
        <p:nvPicPr>
          <p:cNvPr id="69" name="Picture 68" descr="temp_slot_7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70613" y="4664308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 rot="10800000">
            <a:off x="236391" y="22383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7" name="Google Shape;67;p14"/>
          <p:cNvSpPr/>
          <p:nvPr/>
        </p:nvSpPr>
        <p:spPr>
          <a:xfrm rot="10800000">
            <a:off x="236389" y="4138801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8" name="Google Shape;68;p14"/>
          <p:cNvSpPr/>
          <p:nvPr/>
        </p:nvSpPr>
        <p:spPr>
          <a:xfrm rot="5400000">
            <a:off x="3270613" y="-262893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9" name="Google Shape;69;p14"/>
          <p:cNvSpPr/>
          <p:nvPr/>
        </p:nvSpPr>
        <p:spPr>
          <a:xfrm rot="5400000">
            <a:off x="6665848" y="-262893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0" name="Google Shape;70;p14"/>
          <p:cNvSpPr/>
          <p:nvPr/>
        </p:nvSpPr>
        <p:spPr>
          <a:xfrm rot="5400000">
            <a:off x="3270613" y="2181335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1" name="Google Shape;71;p14"/>
          <p:cNvSpPr/>
          <p:nvPr/>
        </p:nvSpPr>
        <p:spPr>
          <a:xfrm rot="5400000">
            <a:off x="6665856" y="218131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2" name="Google Shape;72;p14"/>
          <p:cNvSpPr/>
          <p:nvPr/>
        </p:nvSpPr>
        <p:spPr>
          <a:xfrm rot="5400000">
            <a:off x="3270613" y="4625552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3" name="Google Shape;73;p14"/>
          <p:cNvSpPr/>
          <p:nvPr/>
        </p:nvSpPr>
        <p:spPr>
          <a:xfrm rot="5400000">
            <a:off x="6665849" y="462554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descr="Zirda, the Dawnwaker"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6701525" y="2208150"/>
            <a:ext cx="2279875" cy="317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blin Engineer"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306414" y="2201837"/>
            <a:ext cx="2285150" cy="3184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aff of Domination" id="76" name="Google Shape;7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297645" y="-205875"/>
            <a:ext cx="2240700" cy="3122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arn, the Great Creator" id="77" name="Google Shape;7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6629413" y="-247713"/>
            <a:ext cx="2289175" cy="318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ll from Eternity" id="78" name="Google Shape;78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0775" y="4138800"/>
            <a:ext cx="2332927" cy="3250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ystic Forge" id="79" name="Google Shape;79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6400" y="262600"/>
            <a:ext cx="2277300" cy="3173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urmcoil Engine" id="80" name="Google Shape;80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5400000">
            <a:off x="6623500" y="4667900"/>
            <a:ext cx="2258975" cy="31477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th to Exile" id="81" name="Google Shape;81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-5400000">
            <a:off x="3296488" y="4662187"/>
            <a:ext cx="2288075" cy="318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temp_overflow_0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temp_overflow_0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914400"/>
            <a:ext cx="2286000" cy="3200400"/>
          </a:xfrm>
          <a:prstGeom prst="rect">
            <a:avLst/>
          </a:prstGeom>
        </p:spPr>
      </p:pic>
      <p:pic>
        <p:nvPicPr>
          <p:cNvPr id="6" name="Picture 5" descr="temp_overflow_0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743200"/>
            <a:ext cx="2286000" cy="3200400"/>
          </a:xfrm>
          <a:prstGeom prst="rect">
            <a:avLst/>
          </a:prstGeom>
        </p:spPr>
      </p:pic>
      <p:pic>
        <p:nvPicPr>
          <p:cNvPr id="7" name="Picture 6" descr="temp_overflow_0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743200"/>
            <a:ext cx="2286000" cy="3200400"/>
          </a:xfrm>
          <a:prstGeom prst="rect">
            <a:avLst/>
          </a:prstGeom>
        </p:spPr>
      </p:pic>
      <p:pic>
        <p:nvPicPr>
          <p:cNvPr id="8" name="Picture 7" descr="temp_overflow_0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572000"/>
            <a:ext cx="2286000" cy="3200400"/>
          </a:xfrm>
          <a:prstGeom prst="rect">
            <a:avLst/>
          </a:prstGeom>
        </p:spPr>
      </p:pic>
      <p:pic>
        <p:nvPicPr>
          <p:cNvPr id="9" name="Picture 8" descr="temp_overflow_0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4572000"/>
            <a:ext cx="2286000" cy="3200400"/>
          </a:xfrm>
          <a:prstGeom prst="rect">
            <a:avLst/>
          </a:prstGeom>
        </p:spPr>
      </p:pic>
      <p:pic>
        <p:nvPicPr>
          <p:cNvPr id="10" name="Picture 9" descr="temp_overflow_0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6400800"/>
            <a:ext cx="2286000" cy="3200400"/>
          </a:xfrm>
          <a:prstGeom prst="rect">
            <a:avLst/>
          </a:prstGeom>
        </p:spPr>
      </p:pic>
      <p:pic>
        <p:nvPicPr>
          <p:cNvPr id="11" name="Picture 10" descr="temp_overflow_0_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0" y="6400800"/>
            <a:ext cx="2286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temp_overflow_0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temp_overflow_0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14400"/>
            <a:ext cx="2286000" cy="3200400"/>
          </a:xfrm>
          <a:prstGeom prst="rect">
            <a:avLst/>
          </a:prstGeom>
        </p:spPr>
      </p:pic>
      <p:pic>
        <p:nvPicPr>
          <p:cNvPr id="6" name="Picture 5" descr="temp_overflow_0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2286000" cy="3200400"/>
          </a:xfrm>
          <a:prstGeom prst="rect">
            <a:avLst/>
          </a:prstGeom>
        </p:spPr>
      </p:pic>
      <p:pic>
        <p:nvPicPr>
          <p:cNvPr id="7" name="Picture 6" descr="temp_overflow_0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743200"/>
            <a:ext cx="2286000" cy="3200400"/>
          </a:xfrm>
          <a:prstGeom prst="rect">
            <a:avLst/>
          </a:prstGeom>
        </p:spPr>
      </p:pic>
      <p:pic>
        <p:nvPicPr>
          <p:cNvPr id="8" name="Picture 7" descr="temp_overflow_0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0"/>
            <a:ext cx="2286000" cy="3200400"/>
          </a:xfrm>
          <a:prstGeom prst="rect">
            <a:avLst/>
          </a:prstGeom>
        </p:spPr>
      </p:pic>
      <p:pic>
        <p:nvPicPr>
          <p:cNvPr id="9" name="Picture 8" descr="temp_overflow_0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572000"/>
            <a:ext cx="2286000" cy="3200400"/>
          </a:xfrm>
          <a:prstGeom prst="rect">
            <a:avLst/>
          </a:prstGeom>
        </p:spPr>
      </p:pic>
      <p:pic>
        <p:nvPicPr>
          <p:cNvPr id="10" name="Picture 9" descr="temp_overflow_0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6400800"/>
            <a:ext cx="2286000" cy="3200400"/>
          </a:xfrm>
          <a:prstGeom prst="rect">
            <a:avLst/>
          </a:prstGeom>
        </p:spPr>
      </p:pic>
      <p:pic>
        <p:nvPicPr>
          <p:cNvPr id="11" name="Picture 10" descr="temp_overflow_0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0"/>
            <a:ext cx="2286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temp_overflow_0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temp_overflow_0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14400"/>
            <a:ext cx="2286000" cy="3200400"/>
          </a:xfrm>
          <a:prstGeom prst="rect">
            <a:avLst/>
          </a:prstGeom>
        </p:spPr>
      </p:pic>
      <p:pic>
        <p:nvPicPr>
          <p:cNvPr id="6" name="Picture 5" descr="temp_overflow_0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2286000" cy="3200400"/>
          </a:xfrm>
          <a:prstGeom prst="rect">
            <a:avLst/>
          </a:prstGeom>
        </p:spPr>
      </p:pic>
      <p:pic>
        <p:nvPicPr>
          <p:cNvPr id="7" name="Picture 6" descr="temp_overflow_0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743200"/>
            <a:ext cx="2286000" cy="3200400"/>
          </a:xfrm>
          <a:prstGeom prst="rect">
            <a:avLst/>
          </a:prstGeom>
        </p:spPr>
      </p:pic>
      <p:pic>
        <p:nvPicPr>
          <p:cNvPr id="8" name="Picture 7" descr="temp_overflow_0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0"/>
            <a:ext cx="2286000" cy="3200400"/>
          </a:xfrm>
          <a:prstGeom prst="rect">
            <a:avLst/>
          </a:prstGeom>
        </p:spPr>
      </p:pic>
      <p:pic>
        <p:nvPicPr>
          <p:cNvPr id="9" name="Picture 8" descr="temp_overflow_0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572000"/>
            <a:ext cx="2286000" cy="3200400"/>
          </a:xfrm>
          <a:prstGeom prst="rect">
            <a:avLst/>
          </a:prstGeom>
        </p:spPr>
      </p:pic>
      <p:pic>
        <p:nvPicPr>
          <p:cNvPr id="10" name="Picture 9" descr="temp_overflow_0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6400800"/>
            <a:ext cx="2286000" cy="3200400"/>
          </a:xfrm>
          <a:prstGeom prst="rect">
            <a:avLst/>
          </a:prstGeom>
        </p:spPr>
      </p:pic>
      <p:pic>
        <p:nvPicPr>
          <p:cNvPr id="11" name="Picture 10" descr="temp_overflow_0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0"/>
            <a:ext cx="2286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temp_overflow_0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temp_overflow_0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14400"/>
            <a:ext cx="2286000" cy="3200400"/>
          </a:xfrm>
          <a:prstGeom prst="rect">
            <a:avLst/>
          </a:prstGeom>
        </p:spPr>
      </p:pic>
      <p:pic>
        <p:nvPicPr>
          <p:cNvPr id="6" name="Picture 5" descr="temp_overflow_0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2286000" cy="3200400"/>
          </a:xfrm>
          <a:prstGeom prst="rect">
            <a:avLst/>
          </a:prstGeom>
        </p:spPr>
      </p:pic>
      <p:pic>
        <p:nvPicPr>
          <p:cNvPr id="7" name="Picture 6" descr="temp_overflow_0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743200"/>
            <a:ext cx="2286000" cy="3200400"/>
          </a:xfrm>
          <a:prstGeom prst="rect">
            <a:avLst/>
          </a:prstGeom>
        </p:spPr>
      </p:pic>
      <p:pic>
        <p:nvPicPr>
          <p:cNvPr id="8" name="Picture 7" descr="temp_overflow_0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0"/>
            <a:ext cx="2286000" cy="3200400"/>
          </a:xfrm>
          <a:prstGeom prst="rect">
            <a:avLst/>
          </a:prstGeom>
        </p:spPr>
      </p:pic>
      <p:pic>
        <p:nvPicPr>
          <p:cNvPr id="9" name="Picture 8" descr="temp_overflow_0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572000"/>
            <a:ext cx="2286000" cy="3200400"/>
          </a:xfrm>
          <a:prstGeom prst="rect">
            <a:avLst/>
          </a:prstGeom>
        </p:spPr>
      </p:pic>
      <p:pic>
        <p:nvPicPr>
          <p:cNvPr id="10" name="Picture 9" descr="temp_overflow_0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6400800"/>
            <a:ext cx="2286000" cy="3200400"/>
          </a:xfrm>
          <a:prstGeom prst="rect">
            <a:avLst/>
          </a:prstGeom>
        </p:spPr>
      </p:pic>
      <p:pic>
        <p:nvPicPr>
          <p:cNvPr id="11" name="Picture 10" descr="temp_overflow_0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0"/>
            <a:ext cx="2286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temp_overflow_0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temp_overflow_4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914400"/>
            <a:ext cx="2286000" cy="3200400"/>
          </a:xfrm>
          <a:prstGeom prst="rect">
            <a:avLst/>
          </a:prstGeom>
        </p:spPr>
      </p:pic>
      <p:pic>
        <p:nvPicPr>
          <p:cNvPr id="6" name="Picture 5" descr="temp_overflow_4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743200"/>
            <a:ext cx="2286000" cy="3200400"/>
          </a:xfrm>
          <a:prstGeom prst="rect">
            <a:avLst/>
          </a:prstGeom>
        </p:spPr>
      </p:pic>
      <p:pic>
        <p:nvPicPr>
          <p:cNvPr id="7" name="Picture 6" descr="temp_overflow_4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743200"/>
            <a:ext cx="2286000" cy="3200400"/>
          </a:xfrm>
          <a:prstGeom prst="rect">
            <a:avLst/>
          </a:prstGeom>
        </p:spPr>
      </p:pic>
      <p:pic>
        <p:nvPicPr>
          <p:cNvPr id="8" name="Picture 7" descr="temp_overflow_4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572000"/>
            <a:ext cx="2286000" cy="3200400"/>
          </a:xfrm>
          <a:prstGeom prst="rect">
            <a:avLst/>
          </a:prstGeom>
        </p:spPr>
      </p:pic>
      <p:pic>
        <p:nvPicPr>
          <p:cNvPr id="9" name="Picture 8" descr="temp_overflow_4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4572000"/>
            <a:ext cx="2286000" cy="3200400"/>
          </a:xfrm>
          <a:prstGeom prst="rect">
            <a:avLst/>
          </a:prstGeom>
        </p:spPr>
      </p:pic>
      <p:pic>
        <p:nvPicPr>
          <p:cNvPr id="10" name="Picture 9" descr="temp_overflow_4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6400800"/>
            <a:ext cx="2286000" cy="3200400"/>
          </a:xfrm>
          <a:prstGeom prst="rect">
            <a:avLst/>
          </a:prstGeom>
        </p:spPr>
      </p:pic>
      <p:pic>
        <p:nvPicPr>
          <p:cNvPr id="11" name="Picture 10" descr="temp_overflow_4_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0" y="6400800"/>
            <a:ext cx="2286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temp_overflow_5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temp_overflow_5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914400"/>
            <a:ext cx="2286000" cy="3200400"/>
          </a:xfrm>
          <a:prstGeom prst="rect">
            <a:avLst/>
          </a:prstGeom>
        </p:spPr>
      </p:pic>
      <p:pic>
        <p:nvPicPr>
          <p:cNvPr id="6" name="Picture 5" descr="temp_overflow_5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743200"/>
            <a:ext cx="2286000" cy="3200400"/>
          </a:xfrm>
          <a:prstGeom prst="rect">
            <a:avLst/>
          </a:prstGeom>
        </p:spPr>
      </p:pic>
      <p:pic>
        <p:nvPicPr>
          <p:cNvPr id="7" name="Picture 6" descr="temp_overflow_5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743200"/>
            <a:ext cx="2286000" cy="3200400"/>
          </a:xfrm>
          <a:prstGeom prst="rect">
            <a:avLst/>
          </a:prstGeom>
        </p:spPr>
      </p:pic>
      <p:pic>
        <p:nvPicPr>
          <p:cNvPr id="8" name="Picture 7" descr="temp_overflow_5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572000"/>
            <a:ext cx="2286000" cy="3200400"/>
          </a:xfrm>
          <a:prstGeom prst="rect">
            <a:avLst/>
          </a:prstGeom>
        </p:spPr>
      </p:pic>
      <p:pic>
        <p:nvPicPr>
          <p:cNvPr id="9" name="Picture 8" descr="temp_overflow_5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4572000"/>
            <a:ext cx="2286000" cy="3200400"/>
          </a:xfrm>
          <a:prstGeom prst="rect">
            <a:avLst/>
          </a:prstGeom>
        </p:spPr>
      </p:pic>
      <p:pic>
        <p:nvPicPr>
          <p:cNvPr id="10" name="Picture 9" descr="temp_overflow_5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6400800"/>
            <a:ext cx="2286000" cy="3200400"/>
          </a:xfrm>
          <a:prstGeom prst="rect">
            <a:avLst/>
          </a:prstGeom>
        </p:spPr>
      </p:pic>
      <p:pic>
        <p:nvPicPr>
          <p:cNvPr id="11" name="Picture 10" descr="temp_overflow_5_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0" y="6400800"/>
            <a:ext cx="2286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temp_overflow_6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temp_overflow_6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914400"/>
            <a:ext cx="2286000" cy="3200400"/>
          </a:xfrm>
          <a:prstGeom prst="rect">
            <a:avLst/>
          </a:prstGeom>
        </p:spPr>
      </p:pic>
      <p:pic>
        <p:nvPicPr>
          <p:cNvPr id="6" name="Picture 5" descr="temp_overflow_6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743200"/>
            <a:ext cx="2286000" cy="3200400"/>
          </a:xfrm>
          <a:prstGeom prst="rect">
            <a:avLst/>
          </a:prstGeom>
        </p:spPr>
      </p:pic>
      <p:pic>
        <p:nvPicPr>
          <p:cNvPr id="7" name="Picture 6" descr="temp_overflow_6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743200"/>
            <a:ext cx="2286000" cy="3200400"/>
          </a:xfrm>
          <a:prstGeom prst="rect">
            <a:avLst/>
          </a:prstGeom>
        </p:spPr>
      </p:pic>
      <p:pic>
        <p:nvPicPr>
          <p:cNvPr id="8" name="Picture 7" descr="temp_overflow_6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572000"/>
            <a:ext cx="2286000" cy="3200400"/>
          </a:xfrm>
          <a:prstGeom prst="rect">
            <a:avLst/>
          </a:prstGeom>
        </p:spPr>
      </p:pic>
      <p:pic>
        <p:nvPicPr>
          <p:cNvPr id="9" name="Picture 8" descr="temp_overflow_6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4572000"/>
            <a:ext cx="2286000" cy="3200400"/>
          </a:xfrm>
          <a:prstGeom prst="rect">
            <a:avLst/>
          </a:prstGeom>
        </p:spPr>
      </p:pic>
      <p:pic>
        <p:nvPicPr>
          <p:cNvPr id="10" name="Picture 9" descr="temp_overflow_6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6400800"/>
            <a:ext cx="2286000" cy="3200400"/>
          </a:xfrm>
          <a:prstGeom prst="rect">
            <a:avLst/>
          </a:prstGeom>
        </p:spPr>
      </p:pic>
      <p:pic>
        <p:nvPicPr>
          <p:cNvPr id="11" name="Picture 10" descr="temp_overflow_6_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0" y="6400800"/>
            <a:ext cx="2286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temp_overflow_7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temp_overflow_7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914400"/>
            <a:ext cx="2286000" cy="3200400"/>
          </a:xfrm>
          <a:prstGeom prst="rect">
            <a:avLst/>
          </a:prstGeom>
        </p:spPr>
      </p:pic>
      <p:pic>
        <p:nvPicPr>
          <p:cNvPr id="6" name="Picture 5" descr="temp_overflow_7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743200"/>
            <a:ext cx="2286000" cy="3200400"/>
          </a:xfrm>
          <a:prstGeom prst="rect">
            <a:avLst/>
          </a:prstGeom>
        </p:spPr>
      </p:pic>
      <p:pic>
        <p:nvPicPr>
          <p:cNvPr id="7" name="Picture 6" descr="temp_overflow_7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743200"/>
            <a:ext cx="2286000" cy="3200400"/>
          </a:xfrm>
          <a:prstGeom prst="rect">
            <a:avLst/>
          </a:prstGeom>
        </p:spPr>
      </p:pic>
      <p:pic>
        <p:nvPicPr>
          <p:cNvPr id="8" name="Picture 7" descr="temp_overflow_7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572000"/>
            <a:ext cx="2286000" cy="3200400"/>
          </a:xfrm>
          <a:prstGeom prst="rect">
            <a:avLst/>
          </a:prstGeom>
        </p:spPr>
      </p:pic>
      <p:pic>
        <p:nvPicPr>
          <p:cNvPr id="9" name="Picture 8" descr="temp_overflow_7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4572000"/>
            <a:ext cx="2286000" cy="3200400"/>
          </a:xfrm>
          <a:prstGeom prst="rect">
            <a:avLst/>
          </a:prstGeom>
        </p:spPr>
      </p:pic>
      <p:pic>
        <p:nvPicPr>
          <p:cNvPr id="10" name="Picture 9" descr="temp_overflow_7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6400800"/>
            <a:ext cx="2286000" cy="3200400"/>
          </a:xfrm>
          <a:prstGeom prst="rect">
            <a:avLst/>
          </a:prstGeom>
        </p:spPr>
      </p:pic>
      <p:pic>
        <p:nvPicPr>
          <p:cNvPr id="11" name="Picture 10" descr="temp_overflow_7_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0" y="6400800"/>
            <a:ext cx="2286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temp_overflow_8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temp_overflow_8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914400"/>
            <a:ext cx="2286000" cy="3200400"/>
          </a:xfrm>
          <a:prstGeom prst="rect">
            <a:avLst/>
          </a:prstGeom>
        </p:spPr>
      </p:pic>
      <p:pic>
        <p:nvPicPr>
          <p:cNvPr id="6" name="Picture 5" descr="temp_overflow_8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743200"/>
            <a:ext cx="2286000" cy="3200400"/>
          </a:xfrm>
          <a:prstGeom prst="rect">
            <a:avLst/>
          </a:prstGeom>
        </p:spPr>
      </p:pic>
      <p:pic>
        <p:nvPicPr>
          <p:cNvPr id="7" name="Picture 6" descr="temp_overflow_8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743200"/>
            <a:ext cx="2286000" cy="3200400"/>
          </a:xfrm>
          <a:prstGeom prst="rect">
            <a:avLst/>
          </a:prstGeom>
        </p:spPr>
      </p:pic>
      <p:pic>
        <p:nvPicPr>
          <p:cNvPr id="8" name="Picture 7" descr="temp_overflow_8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572000"/>
            <a:ext cx="2286000" cy="3200400"/>
          </a:xfrm>
          <a:prstGeom prst="rect">
            <a:avLst/>
          </a:prstGeom>
        </p:spPr>
      </p:pic>
      <p:pic>
        <p:nvPicPr>
          <p:cNvPr id="9" name="Picture 8" descr="temp_overflow_8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4572000"/>
            <a:ext cx="2286000" cy="3200400"/>
          </a:xfrm>
          <a:prstGeom prst="rect">
            <a:avLst/>
          </a:prstGeom>
        </p:spPr>
      </p:pic>
      <p:pic>
        <p:nvPicPr>
          <p:cNvPr id="10" name="Picture 9" descr="temp_overflow_8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6400800"/>
            <a:ext cx="2286000" cy="3200400"/>
          </a:xfrm>
          <a:prstGeom prst="rect">
            <a:avLst/>
          </a:prstGeom>
        </p:spPr>
      </p:pic>
      <p:pic>
        <p:nvPicPr>
          <p:cNvPr id="11" name="Picture 10" descr="temp_overflow_8_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0" y="6400800"/>
            <a:ext cx="2286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temp_overflow_9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temp_overflow_9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914400"/>
            <a:ext cx="2286000" cy="3200400"/>
          </a:xfrm>
          <a:prstGeom prst="rect">
            <a:avLst/>
          </a:prstGeom>
        </p:spPr>
      </p:pic>
      <p:pic>
        <p:nvPicPr>
          <p:cNvPr id="6" name="Picture 5" descr="temp_overflow_9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743200"/>
            <a:ext cx="2286000" cy="3200400"/>
          </a:xfrm>
          <a:prstGeom prst="rect">
            <a:avLst/>
          </a:prstGeom>
        </p:spPr>
      </p:pic>
      <p:pic>
        <p:nvPicPr>
          <p:cNvPr id="7" name="Picture 6" descr="temp_overflow_9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743200"/>
            <a:ext cx="2286000" cy="3200400"/>
          </a:xfrm>
          <a:prstGeom prst="rect">
            <a:avLst/>
          </a:prstGeom>
        </p:spPr>
      </p:pic>
      <p:pic>
        <p:nvPicPr>
          <p:cNvPr id="8" name="Picture 7" descr="temp_overflow_9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572000"/>
            <a:ext cx="2286000" cy="3200400"/>
          </a:xfrm>
          <a:prstGeom prst="rect">
            <a:avLst/>
          </a:prstGeom>
        </p:spPr>
      </p:pic>
      <p:pic>
        <p:nvPicPr>
          <p:cNvPr id="9" name="Picture 8" descr="temp_overflow_9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4572000"/>
            <a:ext cx="2286000" cy="3200400"/>
          </a:xfrm>
          <a:prstGeom prst="rect">
            <a:avLst/>
          </a:prstGeom>
        </p:spPr>
      </p:pic>
      <p:pic>
        <p:nvPicPr>
          <p:cNvPr id="10" name="Picture 9" descr="temp_overflow_9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6400800"/>
            <a:ext cx="2286000" cy="3200400"/>
          </a:xfrm>
          <a:prstGeom prst="rect">
            <a:avLst/>
          </a:prstGeom>
        </p:spPr>
      </p:pic>
      <p:pic>
        <p:nvPicPr>
          <p:cNvPr id="11" name="Picture 10" descr="temp_overflow_9_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0" y="6400800"/>
            <a:ext cx="2286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temp_overflow_10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temp_overflow_10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914400"/>
            <a:ext cx="2286000" cy="3200400"/>
          </a:xfrm>
          <a:prstGeom prst="rect">
            <a:avLst/>
          </a:prstGeom>
        </p:spPr>
      </p:pic>
      <p:pic>
        <p:nvPicPr>
          <p:cNvPr id="6" name="Picture 5" descr="temp_overflow_10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743200"/>
            <a:ext cx="2286000" cy="3200400"/>
          </a:xfrm>
          <a:prstGeom prst="rect">
            <a:avLst/>
          </a:prstGeom>
        </p:spPr>
      </p:pic>
      <p:pic>
        <p:nvPicPr>
          <p:cNvPr id="7" name="Picture 6" descr="temp_overflow_10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743200"/>
            <a:ext cx="2286000" cy="3200400"/>
          </a:xfrm>
          <a:prstGeom prst="rect">
            <a:avLst/>
          </a:prstGeom>
        </p:spPr>
      </p:pic>
      <p:pic>
        <p:nvPicPr>
          <p:cNvPr id="8" name="Picture 7" descr="temp_overflow_10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572000"/>
            <a:ext cx="2286000" cy="3200400"/>
          </a:xfrm>
          <a:prstGeom prst="rect">
            <a:avLst/>
          </a:prstGeom>
        </p:spPr>
      </p:pic>
      <p:pic>
        <p:nvPicPr>
          <p:cNvPr id="9" name="Picture 8" descr="temp_overflow_10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4572000"/>
            <a:ext cx="2286000" cy="3200400"/>
          </a:xfrm>
          <a:prstGeom prst="rect">
            <a:avLst/>
          </a:prstGeom>
        </p:spPr>
      </p:pic>
      <p:pic>
        <p:nvPicPr>
          <p:cNvPr id="10" name="Picture 9" descr="temp_overflow_4_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6400800"/>
            <a:ext cx="2286000" cy="3200400"/>
          </a:xfrm>
          <a:prstGeom prst="rect">
            <a:avLst/>
          </a:prstGeom>
        </p:spPr>
      </p:pic>
      <p:pic>
        <p:nvPicPr>
          <p:cNvPr id="11" name="Picture 10" descr="temp_overflow_4_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0" y="6400800"/>
            <a:ext cx="2286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temp_overflow_1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286000" cy="3200400"/>
          </a:xfrm>
          <a:prstGeom prst="rect">
            <a:avLst/>
          </a:prstGeom>
        </p:spPr>
      </p:pic>
      <p:pic>
        <p:nvPicPr>
          <p:cNvPr id="5" name="Picture 4" descr="temp_overflow_11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914400"/>
            <a:ext cx="2286000" cy="3200400"/>
          </a:xfrm>
          <a:prstGeom prst="rect">
            <a:avLst/>
          </a:prstGeom>
        </p:spPr>
      </p:pic>
      <p:pic>
        <p:nvPicPr>
          <p:cNvPr id="6" name="Picture 5" descr="temp_overflow_11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743200"/>
            <a:ext cx="2286000" cy="3200400"/>
          </a:xfrm>
          <a:prstGeom prst="rect">
            <a:avLst/>
          </a:prstGeom>
        </p:spPr>
      </p:pic>
      <p:pic>
        <p:nvPicPr>
          <p:cNvPr id="7" name="Picture 6" descr="temp_overflow_11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743200"/>
            <a:ext cx="2286000" cy="3200400"/>
          </a:xfrm>
          <a:prstGeom prst="rect">
            <a:avLst/>
          </a:prstGeom>
        </p:spPr>
      </p:pic>
      <p:pic>
        <p:nvPicPr>
          <p:cNvPr id="8" name="Picture 7" descr="temp_overflow_11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572000"/>
            <a:ext cx="2286000" cy="3200400"/>
          </a:xfrm>
          <a:prstGeom prst="rect">
            <a:avLst/>
          </a:prstGeom>
        </p:spPr>
      </p:pic>
      <p:pic>
        <p:nvPicPr>
          <p:cNvPr id="9" name="Picture 8" descr="temp_overflow_11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4572000"/>
            <a:ext cx="228600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