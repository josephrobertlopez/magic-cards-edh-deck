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22860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749039"/>
            <a:ext cx="22860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2286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2286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27432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5257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257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