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77724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76816c076_1_0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76816c07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76816c076_1_11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76816c076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125136"/>
            <a:ext cx="9372600" cy="3101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282678"/>
            <a:ext cx="9372600" cy="1197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250173"/>
            <a:ext cx="9372600" cy="12720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80227"/>
            <a:ext cx="7004700" cy="6181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94158"/>
            <a:ext cx="4220700" cy="5583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671478"/>
            <a:ext cx="9372600" cy="2967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763362"/>
            <a:ext cx="9372600" cy="1965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3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1.jpg"/><Relationship Id="rId9" Type="http://schemas.openxmlformats.org/officeDocument/2006/relationships/image" Target="../media/image4.jpg"/><Relationship Id="rId10" Type="http://schemas.openxmlformats.org/officeDocument/2006/relationships/image" Target="../media/image8.jp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image" Target="../media/image22.png"/><Relationship Id="rId17" Type="http://schemas.openxmlformats.org/officeDocument/2006/relationships/image" Target="../media/image23.png"/><Relationship Id="rId18" Type="http://schemas.openxmlformats.org/officeDocument/2006/relationships/image" Target="../media/image24.png"/><Relationship Id="rId19" Type="http://schemas.openxmlformats.org/officeDocument/2006/relationships/image" Target="../media/image25.png"/><Relationship Id="rId20" Type="http://schemas.openxmlformats.org/officeDocument/2006/relationships/image" Target="../media/image26.png"/><Relationship Id="rId21" Type="http://schemas.openxmlformats.org/officeDocument/2006/relationships/image" Target="../media/image27.png"/><Relationship Id="rId22" Type="http://schemas.openxmlformats.org/officeDocument/2006/relationships/image" Target="../media/image28.png"/><Relationship Id="rId23" Type="http://schemas.openxmlformats.org/officeDocument/2006/relationships/image" Target="../media/image29.png"/><Relationship Id="rId24" Type="http://schemas.openxmlformats.org/officeDocument/2006/relationships/image" Target="../media/image30.png"/><Relationship Id="rId25" Type="http://schemas.openxmlformats.org/officeDocument/2006/relationships/image" Target="../media/image31.png"/><Relationship Id="rId26" Type="http://schemas.openxmlformats.org/officeDocument/2006/relationships/image" Target="../media/image3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Relationship Id="rId15" Type="http://schemas.openxmlformats.org/officeDocument/2006/relationships/image" Target="../media/image46.png"/><Relationship Id="rId16" Type="http://schemas.openxmlformats.org/officeDocument/2006/relationships/image" Target="../media/image47.png"/><Relationship Id="rId17" Type="http://schemas.openxmlformats.org/officeDocument/2006/relationships/image" Target="../media/image48.png"/><Relationship Id="rId18" Type="http://schemas.openxmlformats.org/officeDocument/2006/relationships/image" Target="../media/image49.png"/><Relationship Id="rId19" Type="http://schemas.openxmlformats.org/officeDocument/2006/relationships/image" Target="../media/image50.png"/><Relationship Id="rId20" Type="http://schemas.openxmlformats.org/officeDocument/2006/relationships/image" Target="../media/image51.png"/><Relationship Id="rId21" Type="http://schemas.openxmlformats.org/officeDocument/2006/relationships/image" Target="../media/image5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4.png"/><Relationship Id="rId14" Type="http://schemas.openxmlformats.org/officeDocument/2006/relationships/image" Target="../media/image65.png"/><Relationship Id="rId15" Type="http://schemas.openxmlformats.org/officeDocument/2006/relationships/image" Target="../media/image66.png"/><Relationship Id="rId16" Type="http://schemas.openxmlformats.org/officeDocument/2006/relationships/image" Target="../media/image67.png"/><Relationship Id="rId17" Type="http://schemas.openxmlformats.org/officeDocument/2006/relationships/image" Target="../media/image68.png"/><Relationship Id="rId18" Type="http://schemas.openxmlformats.org/officeDocument/2006/relationships/image" Target="../media/image69.png"/><Relationship Id="rId19" Type="http://schemas.openxmlformats.org/officeDocument/2006/relationships/image" Target="../media/image70.png"/><Relationship Id="rId20" Type="http://schemas.openxmlformats.org/officeDocument/2006/relationships/image" Target="../media/image71.png"/><Relationship Id="rId21" Type="http://schemas.openxmlformats.org/officeDocument/2006/relationships/image" Target="../media/image7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image" Target="../media/image81.png"/><Relationship Id="rId11" Type="http://schemas.openxmlformats.org/officeDocument/2006/relationships/image" Target="../media/image82.png"/><Relationship Id="rId12" Type="http://schemas.openxmlformats.org/officeDocument/2006/relationships/image" Target="../media/image83.png"/><Relationship Id="rId13" Type="http://schemas.openxmlformats.org/officeDocument/2006/relationships/image" Target="../media/image84.png"/><Relationship Id="rId14" Type="http://schemas.openxmlformats.org/officeDocument/2006/relationships/image" Target="../media/image85.png"/><Relationship Id="rId15" Type="http://schemas.openxmlformats.org/officeDocument/2006/relationships/image" Target="../media/image86.png"/><Relationship Id="rId16" Type="http://schemas.openxmlformats.org/officeDocument/2006/relationships/image" Target="../media/image87.png"/><Relationship Id="rId17" Type="http://schemas.openxmlformats.org/officeDocument/2006/relationships/image" Target="../media/image88.png"/><Relationship Id="rId18" Type="http://schemas.openxmlformats.org/officeDocument/2006/relationships/image" Target="../media/image89.png"/><Relationship Id="rId19" Type="http://schemas.openxmlformats.org/officeDocument/2006/relationships/image" Target="../media/image90.png"/><Relationship Id="rId20" Type="http://schemas.openxmlformats.org/officeDocument/2006/relationships/image" Target="../media/image91.png"/><Relationship Id="rId21" Type="http://schemas.openxmlformats.org/officeDocument/2006/relationships/image" Target="../media/image9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Relationship Id="rId8" Type="http://schemas.openxmlformats.org/officeDocument/2006/relationships/image" Target="../media/image99.png"/><Relationship Id="rId9" Type="http://schemas.openxmlformats.org/officeDocument/2006/relationships/image" Target="../media/image100.png"/><Relationship Id="rId10" Type="http://schemas.openxmlformats.org/officeDocument/2006/relationships/image" Target="../media/image101.png"/><Relationship Id="rId11" Type="http://schemas.openxmlformats.org/officeDocument/2006/relationships/image" Target="../media/image102.png"/><Relationship Id="rId12" Type="http://schemas.openxmlformats.org/officeDocument/2006/relationships/image" Target="../media/image103.png"/><Relationship Id="rId13" Type="http://schemas.openxmlformats.org/officeDocument/2006/relationships/image" Target="../media/image104.png"/><Relationship Id="rId14" Type="http://schemas.openxmlformats.org/officeDocument/2006/relationships/image" Target="../media/image105.png"/><Relationship Id="rId15" Type="http://schemas.openxmlformats.org/officeDocument/2006/relationships/image" Target="../media/image106.png"/><Relationship Id="rId16" Type="http://schemas.openxmlformats.org/officeDocument/2006/relationships/image" Target="../media/image107.png"/><Relationship Id="rId17" Type="http://schemas.openxmlformats.org/officeDocument/2006/relationships/image" Target="../media/image108.png"/><Relationship Id="rId18" Type="http://schemas.openxmlformats.org/officeDocument/2006/relationships/image" Target="../media/image109.png"/><Relationship Id="rId19" Type="http://schemas.openxmlformats.org/officeDocument/2006/relationships/image" Target="../media/image110.png"/><Relationship Id="rId20" Type="http://schemas.openxmlformats.org/officeDocument/2006/relationships/image" Target="../media/image111.png"/><Relationship Id="rId21" Type="http://schemas.openxmlformats.org/officeDocument/2006/relationships/image" Target="../media/image1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image" Target="../media/image120.png"/><Relationship Id="rId10" Type="http://schemas.openxmlformats.org/officeDocument/2006/relationships/image" Target="../media/image121.png"/><Relationship Id="rId11" Type="http://schemas.openxmlformats.org/officeDocument/2006/relationships/image" Target="../media/image122.png"/><Relationship Id="rId12" Type="http://schemas.openxmlformats.org/officeDocument/2006/relationships/image" Target="../media/image123.png"/><Relationship Id="rId13" Type="http://schemas.openxmlformats.org/officeDocument/2006/relationships/image" Target="../media/image124.png"/><Relationship Id="rId14" Type="http://schemas.openxmlformats.org/officeDocument/2006/relationships/image" Target="../media/image125.png"/><Relationship Id="rId15" Type="http://schemas.openxmlformats.org/officeDocument/2006/relationships/image" Target="../media/image126.png"/><Relationship Id="rId16" Type="http://schemas.openxmlformats.org/officeDocument/2006/relationships/image" Target="../media/image127.png"/><Relationship Id="rId17" Type="http://schemas.openxmlformats.org/officeDocument/2006/relationships/image" Target="../media/image128.png"/><Relationship Id="rId18" Type="http://schemas.openxmlformats.org/officeDocument/2006/relationships/image" Target="../media/image129.png"/><Relationship Id="rId19" Type="http://schemas.openxmlformats.org/officeDocument/2006/relationships/image" Target="../media/image130.png"/><Relationship Id="rId20" Type="http://schemas.openxmlformats.org/officeDocument/2006/relationships/image" Target="../media/image131.png"/><Relationship Id="rId21" Type="http://schemas.openxmlformats.org/officeDocument/2006/relationships/image" Target="../media/image13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3.png"/><Relationship Id="rId3" Type="http://schemas.openxmlformats.org/officeDocument/2006/relationships/image" Target="../media/image134.png"/><Relationship Id="rId4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image" Target="../media/image137.png"/><Relationship Id="rId7" Type="http://schemas.openxmlformats.org/officeDocument/2006/relationships/image" Target="../media/image138.png"/><Relationship Id="rId8" Type="http://schemas.openxmlformats.org/officeDocument/2006/relationships/image" Target="../media/image139.png"/><Relationship Id="rId9" Type="http://schemas.openxmlformats.org/officeDocument/2006/relationships/image" Target="../media/image140.png"/><Relationship Id="rId10" Type="http://schemas.openxmlformats.org/officeDocument/2006/relationships/image" Target="../media/image141.png"/><Relationship Id="rId11" Type="http://schemas.openxmlformats.org/officeDocument/2006/relationships/image" Target="../media/image142.png"/><Relationship Id="rId12" Type="http://schemas.openxmlformats.org/officeDocument/2006/relationships/image" Target="../media/image143.png"/><Relationship Id="rId13" Type="http://schemas.openxmlformats.org/officeDocument/2006/relationships/image" Target="../media/image144.png"/><Relationship Id="rId14" Type="http://schemas.openxmlformats.org/officeDocument/2006/relationships/image" Target="../media/image145.png"/><Relationship Id="rId15" Type="http://schemas.openxmlformats.org/officeDocument/2006/relationships/image" Target="../media/image146.png"/><Relationship Id="rId16" Type="http://schemas.openxmlformats.org/officeDocument/2006/relationships/image" Target="../media/image147.png"/><Relationship Id="rId17" Type="http://schemas.openxmlformats.org/officeDocument/2006/relationships/image" Target="../media/image148.png"/><Relationship Id="rId18" Type="http://schemas.openxmlformats.org/officeDocument/2006/relationships/image" Target="../media/image149.png"/><Relationship Id="rId19" Type="http://schemas.openxmlformats.org/officeDocument/2006/relationships/image" Target="../media/image150.png"/><Relationship Id="rId20" Type="http://schemas.openxmlformats.org/officeDocument/2006/relationships/image" Target="../media/image151.png"/><Relationship Id="rId21" Type="http://schemas.openxmlformats.org/officeDocument/2006/relationships/image" Target="../media/image15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3.png"/><Relationship Id="rId3" Type="http://schemas.openxmlformats.org/officeDocument/2006/relationships/image" Target="../media/image154.png"/><Relationship Id="rId4" Type="http://schemas.openxmlformats.org/officeDocument/2006/relationships/image" Target="../media/image155.png"/><Relationship Id="rId5" Type="http://schemas.openxmlformats.org/officeDocument/2006/relationships/image" Target="../media/image156.png"/><Relationship Id="rId6" Type="http://schemas.openxmlformats.org/officeDocument/2006/relationships/image" Target="../media/image157.png"/><Relationship Id="rId7" Type="http://schemas.openxmlformats.org/officeDocument/2006/relationships/image" Target="../media/image158.png"/><Relationship Id="rId8" Type="http://schemas.openxmlformats.org/officeDocument/2006/relationships/image" Target="../media/image159.png"/><Relationship Id="rId9" Type="http://schemas.openxmlformats.org/officeDocument/2006/relationships/image" Target="../media/image160.png"/><Relationship Id="rId10" Type="http://schemas.openxmlformats.org/officeDocument/2006/relationships/image" Target="../media/image161.png"/><Relationship Id="rId11" Type="http://schemas.openxmlformats.org/officeDocument/2006/relationships/image" Target="../media/image162.png"/><Relationship Id="rId12" Type="http://schemas.openxmlformats.org/officeDocument/2006/relationships/image" Target="../media/image163.png"/><Relationship Id="rId13" Type="http://schemas.openxmlformats.org/officeDocument/2006/relationships/image" Target="../media/image164.png"/><Relationship Id="rId14" Type="http://schemas.openxmlformats.org/officeDocument/2006/relationships/image" Target="../media/image165.png"/><Relationship Id="rId15" Type="http://schemas.openxmlformats.org/officeDocument/2006/relationships/image" Target="../media/image16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91" y="223838"/>
            <a:ext cx="2277300" cy="318822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89" y="4138801"/>
            <a:ext cx="2277300" cy="318822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613" y="-262893"/>
            <a:ext cx="2277300" cy="318822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848" y="-262893"/>
            <a:ext cx="2277300" cy="318822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0613" y="2181335"/>
            <a:ext cx="2277300" cy="318822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56" y="2181318"/>
            <a:ext cx="2277300" cy="318822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25552"/>
            <a:ext cx="2277300" cy="318822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5849" y="4625548"/>
            <a:ext cx="2277300" cy="31882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6391" y="223838"/>
            <a:ext cx="2277300" cy="1626642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6389" y="4138801"/>
            <a:ext cx="2277300" cy="1626642"/>
          </a:xfrm>
          <a:prstGeom prst="rect">
            <a:avLst/>
          </a:prstGeom>
        </p:spPr>
      </p:pic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70613" y="-262893"/>
            <a:ext cx="2277300" cy="1626642"/>
          </a:xfrm>
          <a:prstGeom prst="rect">
            <a:avLst/>
          </a:prstGeom>
        </p:spPr>
      </p:pic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5848" y="-262893"/>
            <a:ext cx="2277300" cy="1626642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70613" y="2181335"/>
            <a:ext cx="2277300" cy="1626642"/>
          </a:xfrm>
          <a:prstGeom prst="rect">
            <a:avLst/>
          </a:prstGeom>
        </p:spPr>
      </p:pic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65856" y="2181318"/>
            <a:ext cx="2277300" cy="1626642"/>
          </a:xfrm>
          <a:prstGeom prst="rect">
            <a:avLst/>
          </a:prstGeom>
        </p:spPr>
      </p:pic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70613" y="4625552"/>
            <a:ext cx="2277300" cy="1626642"/>
          </a:xfrm>
          <a:prstGeom prst="rect">
            <a:avLst/>
          </a:prstGeom>
        </p:spPr>
      </p:pic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65849" y="4625548"/>
            <a:ext cx="2277300" cy="1626642"/>
          </a:xfrm>
          <a:prstGeom prst="rect">
            <a:avLst/>
          </a:prstGeom>
        </p:spPr>
      </p:pic>
      <p:pic>
        <p:nvPicPr>
          <p:cNvPr id="90" name="Picture 8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01525" y="2208150"/>
            <a:ext cx="2279875" cy="1628482"/>
          </a:xfrm>
          <a:prstGeom prst="rect">
            <a:avLst/>
          </a:prstGeom>
        </p:spPr>
      </p:pic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06414" y="2201837"/>
            <a:ext cx="2285150" cy="1632250"/>
          </a:xfrm>
          <a:prstGeom prst="rect">
            <a:avLst/>
          </a:prstGeom>
        </p:spPr>
      </p:pic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97645" y="-205875"/>
            <a:ext cx="2240700" cy="1600500"/>
          </a:xfrm>
          <a:prstGeom prst="rect">
            <a:avLst/>
          </a:prstGeom>
        </p:spPr>
      </p:pic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29413" y="-247713"/>
            <a:ext cx="2289175" cy="1635125"/>
          </a:xfrm>
          <a:prstGeom prst="rect">
            <a:avLst/>
          </a:prstGeom>
        </p:spPr>
      </p:pic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0775" y="4138800"/>
            <a:ext cx="2332927" cy="1666376"/>
          </a:xfrm>
          <a:prstGeom prst="rect">
            <a:avLst/>
          </a:prstGeom>
        </p:spPr>
      </p:pic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36400" y="262600"/>
            <a:ext cx="2277300" cy="1626642"/>
          </a:xfrm>
          <a:prstGeom prst="rect">
            <a:avLst/>
          </a:prstGeom>
        </p:spPr>
      </p:pic>
      <p:pic>
        <p:nvPicPr>
          <p:cNvPr id="96" name="Picture 9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23500" y="4667900"/>
            <a:ext cx="2258975" cy="1613553"/>
          </a:xfrm>
          <a:prstGeom prst="rect">
            <a:avLst/>
          </a:prstGeom>
        </p:spPr>
      </p:pic>
      <p:pic>
        <p:nvPicPr>
          <p:cNvPr id="97" name="Picture 9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96488" y="4662187"/>
            <a:ext cx="2288075" cy="16343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920240" cy="268941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457200"/>
            <a:ext cx="1920240" cy="26894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57200"/>
            <a:ext cx="1920240" cy="268941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57200"/>
            <a:ext cx="1920240" cy="268941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29491"/>
            <a:ext cx="1920240" cy="268941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3329491"/>
            <a:ext cx="1920240" cy="268941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329491"/>
            <a:ext cx="1920240" cy="2689411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3329491"/>
            <a:ext cx="1920240" cy="268941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6201783"/>
            <a:ext cx="1920240" cy="2689411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0320" y="6201783"/>
            <a:ext cx="1920240" cy="2689411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3440" y="6201783"/>
            <a:ext cx="1920240" cy="2689411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6560" y="6201783"/>
            <a:ext cx="1920240" cy="2689411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9074075"/>
            <a:ext cx="1920240" cy="2689411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60320" y="9074075"/>
            <a:ext cx="1920240" cy="2689411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63440" y="9074075"/>
            <a:ext cx="1920240" cy="2689411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6560" y="9074075"/>
            <a:ext cx="1920240" cy="2689411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11946367"/>
            <a:ext cx="1920240" cy="2689411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60320" y="11946367"/>
            <a:ext cx="1920240" cy="2689411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63440" y="11946367"/>
            <a:ext cx="1920240" cy="2689411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66560" y="11946367"/>
            <a:ext cx="1920240" cy="26894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920240" cy="268941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457200"/>
            <a:ext cx="1920240" cy="26894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57200"/>
            <a:ext cx="1920240" cy="268941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57200"/>
            <a:ext cx="1920240" cy="268941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29491"/>
            <a:ext cx="1920240" cy="268941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3329491"/>
            <a:ext cx="1920240" cy="268941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329491"/>
            <a:ext cx="1920240" cy="2689411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3329491"/>
            <a:ext cx="1920240" cy="268941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6201783"/>
            <a:ext cx="1920240" cy="2689411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0320" y="6201783"/>
            <a:ext cx="1920240" cy="2689411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3440" y="6201783"/>
            <a:ext cx="1920240" cy="2689411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6560" y="6201783"/>
            <a:ext cx="1920240" cy="2689411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9074075"/>
            <a:ext cx="1920240" cy="2689411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60320" y="9074075"/>
            <a:ext cx="1920240" cy="2689411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63440" y="9074075"/>
            <a:ext cx="1920240" cy="2689411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6560" y="9074075"/>
            <a:ext cx="1920240" cy="2689411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11946367"/>
            <a:ext cx="1920240" cy="2689411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60320" y="11946367"/>
            <a:ext cx="1920240" cy="2689411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63440" y="11946367"/>
            <a:ext cx="1920240" cy="2689411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66560" y="11946367"/>
            <a:ext cx="1920240" cy="26894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920240" cy="268941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457200"/>
            <a:ext cx="1920240" cy="26894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57200"/>
            <a:ext cx="1920240" cy="268941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57200"/>
            <a:ext cx="1920240" cy="268941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29491"/>
            <a:ext cx="1920240" cy="268941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3329491"/>
            <a:ext cx="1920240" cy="268941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329491"/>
            <a:ext cx="1920240" cy="2689411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3329491"/>
            <a:ext cx="1920240" cy="268941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6201783"/>
            <a:ext cx="1920240" cy="2689411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0320" y="6201783"/>
            <a:ext cx="1920240" cy="2689411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3440" y="6201783"/>
            <a:ext cx="1920240" cy="2689411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6560" y="6201783"/>
            <a:ext cx="1920240" cy="2689411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9074075"/>
            <a:ext cx="1920240" cy="2689411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60320" y="9074075"/>
            <a:ext cx="1920240" cy="2689411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63440" y="9074075"/>
            <a:ext cx="1920240" cy="2689411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6560" y="9074075"/>
            <a:ext cx="1920240" cy="2689411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11946367"/>
            <a:ext cx="1920240" cy="2689411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60320" y="11946367"/>
            <a:ext cx="1920240" cy="2689411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63440" y="11946367"/>
            <a:ext cx="1920240" cy="2689411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66560" y="11946367"/>
            <a:ext cx="1920240" cy="26894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920240" cy="268941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457200"/>
            <a:ext cx="1920240" cy="26894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57200"/>
            <a:ext cx="1920240" cy="268941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57200"/>
            <a:ext cx="1920240" cy="268941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29491"/>
            <a:ext cx="1920240" cy="268941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3329491"/>
            <a:ext cx="1920240" cy="268941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329491"/>
            <a:ext cx="1920240" cy="2689411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3329491"/>
            <a:ext cx="1920240" cy="268941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6201783"/>
            <a:ext cx="1920240" cy="2689411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0320" y="6201783"/>
            <a:ext cx="1920240" cy="2689411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3440" y="6201783"/>
            <a:ext cx="1920240" cy="2689411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6560" y="6201783"/>
            <a:ext cx="1920240" cy="2689411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9074075"/>
            <a:ext cx="1920240" cy="2689411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60320" y="9074075"/>
            <a:ext cx="1920240" cy="2689411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63440" y="9074075"/>
            <a:ext cx="1920240" cy="2689411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6560" y="9074075"/>
            <a:ext cx="1920240" cy="2689411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11946367"/>
            <a:ext cx="1920240" cy="2689411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60320" y="11946367"/>
            <a:ext cx="1920240" cy="2689411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63440" y="11946367"/>
            <a:ext cx="1920240" cy="2689411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66560" y="11946367"/>
            <a:ext cx="1920240" cy="26894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920240" cy="268941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457200"/>
            <a:ext cx="1920240" cy="26894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57200"/>
            <a:ext cx="1920240" cy="268941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57200"/>
            <a:ext cx="1920240" cy="268941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29491"/>
            <a:ext cx="1920240" cy="268941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3329491"/>
            <a:ext cx="1920240" cy="268941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329491"/>
            <a:ext cx="1920240" cy="2689411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3329491"/>
            <a:ext cx="1920240" cy="268941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6201783"/>
            <a:ext cx="1920240" cy="2689411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0320" y="6201783"/>
            <a:ext cx="1920240" cy="2689411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3440" y="6201783"/>
            <a:ext cx="1920240" cy="2689411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6560" y="6201783"/>
            <a:ext cx="1920240" cy="2689411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9074075"/>
            <a:ext cx="1920240" cy="2689411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60320" y="9074075"/>
            <a:ext cx="1920240" cy="2689411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63440" y="9074075"/>
            <a:ext cx="1920240" cy="2689411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6560" y="9074075"/>
            <a:ext cx="1920240" cy="2689411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11946367"/>
            <a:ext cx="1920240" cy="2689411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60320" y="11946367"/>
            <a:ext cx="1920240" cy="2689411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63440" y="11946367"/>
            <a:ext cx="1920240" cy="2689411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66560" y="11946367"/>
            <a:ext cx="1920240" cy="26894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920240" cy="268941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457200"/>
            <a:ext cx="1920240" cy="26894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57200"/>
            <a:ext cx="1920240" cy="268941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57200"/>
            <a:ext cx="1920240" cy="268941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29491"/>
            <a:ext cx="1920240" cy="268941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3329491"/>
            <a:ext cx="1920240" cy="268941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329491"/>
            <a:ext cx="1920240" cy="2689411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3329491"/>
            <a:ext cx="1920240" cy="268941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6201783"/>
            <a:ext cx="1920240" cy="2689411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0320" y="6201783"/>
            <a:ext cx="1920240" cy="2689411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3440" y="6201783"/>
            <a:ext cx="1920240" cy="2689411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6560" y="6201783"/>
            <a:ext cx="1920240" cy="2689411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9074075"/>
            <a:ext cx="1920240" cy="2689411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60320" y="9074075"/>
            <a:ext cx="1920240" cy="2689411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63440" y="9074075"/>
            <a:ext cx="1920240" cy="2689411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6560" y="9074075"/>
            <a:ext cx="1920240" cy="2689411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11946367"/>
            <a:ext cx="1920240" cy="2689411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60320" y="11946367"/>
            <a:ext cx="1920240" cy="2689411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63440" y="11946367"/>
            <a:ext cx="1920240" cy="2689411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66560" y="11946367"/>
            <a:ext cx="1920240" cy="26894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920240" cy="268941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457200"/>
            <a:ext cx="1920240" cy="26894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57200"/>
            <a:ext cx="1920240" cy="268941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57200"/>
            <a:ext cx="1920240" cy="268941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29491"/>
            <a:ext cx="1920240" cy="268941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3329491"/>
            <a:ext cx="1920240" cy="268941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329491"/>
            <a:ext cx="1920240" cy="2689411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3329491"/>
            <a:ext cx="1920240" cy="268941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6201783"/>
            <a:ext cx="1920240" cy="2689411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0320" y="6201783"/>
            <a:ext cx="1920240" cy="2689411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3440" y="6201783"/>
            <a:ext cx="1920240" cy="2689411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6560" y="6201783"/>
            <a:ext cx="1920240" cy="2689411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9074075"/>
            <a:ext cx="1920240" cy="2689411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60320" y="9074075"/>
            <a:ext cx="1920240" cy="26894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