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7772400" cx="100584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448">
          <p15:clr>
            <a:srgbClr val="747775"/>
          </p15:clr>
        </p15:guide>
        <p15:guide id="2" pos="3168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448" orient="horz"/>
        <p:guide pos="3168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10545" y="685800"/>
            <a:ext cx="4437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876816c076_1_0:notes"/>
          <p:cNvSpPr/>
          <p:nvPr>
            <p:ph idx="2" type="sldImg"/>
          </p:nvPr>
        </p:nvSpPr>
        <p:spPr>
          <a:xfrm>
            <a:off x="1210545" y="685800"/>
            <a:ext cx="4437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876816c07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76816c076_1_11:notes"/>
          <p:cNvSpPr/>
          <p:nvPr>
            <p:ph idx="2" type="sldImg"/>
          </p:nvPr>
        </p:nvSpPr>
        <p:spPr>
          <a:xfrm>
            <a:off x="1210545" y="685800"/>
            <a:ext cx="4437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876816c076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42879" y="1125136"/>
            <a:ext cx="9372600" cy="3101700"/>
          </a:xfrm>
          <a:prstGeom prst="rect">
            <a:avLst/>
          </a:prstGeom>
        </p:spPr>
        <p:txBody>
          <a:bodyPr anchorCtr="0" anchor="b" bIns="113100" lIns="113100" spcFirstLastPara="1" rIns="113100" wrap="square" tIns="1131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42870" y="4282678"/>
            <a:ext cx="9372600" cy="11976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42870" y="3250173"/>
            <a:ext cx="9372600" cy="12720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42870" y="672482"/>
            <a:ext cx="9372600" cy="8655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42870" y="1741518"/>
            <a:ext cx="9372600" cy="51627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42870" y="672482"/>
            <a:ext cx="9372600" cy="8655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42870" y="1741518"/>
            <a:ext cx="4399800" cy="51627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5315640" y="1741518"/>
            <a:ext cx="4399800" cy="51627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42870" y="672482"/>
            <a:ext cx="9372600" cy="8655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42870" y="839573"/>
            <a:ext cx="3088800" cy="1141800"/>
          </a:xfrm>
          <a:prstGeom prst="rect">
            <a:avLst/>
          </a:prstGeom>
        </p:spPr>
        <p:txBody>
          <a:bodyPr anchorCtr="0" anchor="b" bIns="113100" lIns="113100" spcFirstLastPara="1" rIns="113100" wrap="square" tIns="113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42870" y="2099840"/>
            <a:ext cx="3088800" cy="48045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539275" y="680227"/>
            <a:ext cx="7004700" cy="61818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1pPr>
            <a:lvl2pPr lvl="1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2pPr>
            <a:lvl3pPr lvl="2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3pPr>
            <a:lvl4pPr lvl="3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4pPr>
            <a:lvl5pPr lvl="4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5pPr>
            <a:lvl6pPr lvl="5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6pPr>
            <a:lvl7pPr lvl="6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7pPr>
            <a:lvl8pPr lvl="7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8pPr>
            <a:lvl9pPr lvl="8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5029200" y="-189"/>
            <a:ext cx="5029200" cy="7772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92050" y="1863464"/>
            <a:ext cx="4449600" cy="2239800"/>
          </a:xfrm>
          <a:prstGeom prst="rect">
            <a:avLst/>
          </a:prstGeom>
        </p:spPr>
        <p:txBody>
          <a:bodyPr anchorCtr="0" anchor="b" bIns="113100" lIns="113100" spcFirstLastPara="1" rIns="113100" wrap="square" tIns="1131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92050" y="4235758"/>
            <a:ext cx="4449600" cy="18663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5433450" y="1094158"/>
            <a:ext cx="4220700" cy="55836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42870" y="6392869"/>
            <a:ext cx="6598800" cy="9144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42870" y="1671478"/>
            <a:ext cx="9372600" cy="2967000"/>
          </a:xfrm>
          <a:prstGeom prst="rect">
            <a:avLst/>
          </a:prstGeom>
        </p:spPr>
        <p:txBody>
          <a:bodyPr anchorCtr="0" anchor="b" bIns="113100" lIns="113100" spcFirstLastPara="1" rIns="113100" wrap="square" tIns="1131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42870" y="4763362"/>
            <a:ext cx="9372600" cy="19656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indent="-368300" lvl="0" marL="457200" algn="ctr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36550" lvl="1" marL="9144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 algn="ctr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 algn="ctr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42870" y="672482"/>
            <a:ext cx="9372600" cy="8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13100" lIns="113100" spcFirstLastPara="1" rIns="113100" wrap="square" tIns="113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42870" y="1741518"/>
            <a:ext cx="9372600" cy="51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113100" lIns="113100" spcFirstLastPara="1" rIns="113100" wrap="square" tIns="113100">
            <a:norm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●"/>
              <a:defRPr sz="2200">
                <a:solidFill>
                  <a:schemeClr val="dk2"/>
                </a:solidFill>
              </a:defRPr>
            </a:lvl1pPr>
            <a:lvl2pPr indent="-3365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  <a:defRPr sz="1700">
                <a:solidFill>
                  <a:schemeClr val="dk2"/>
                </a:solidFill>
              </a:defRPr>
            </a:lvl2pPr>
            <a:lvl3pPr indent="-3365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■"/>
              <a:defRPr sz="1700">
                <a:solidFill>
                  <a:schemeClr val="dk2"/>
                </a:solidFill>
              </a:defRPr>
            </a:lvl3pPr>
            <a:lvl4pPr indent="-3365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  <a:defRPr sz="1700">
                <a:solidFill>
                  <a:schemeClr val="dk2"/>
                </a:solidFill>
              </a:defRPr>
            </a:lvl4pPr>
            <a:lvl5pPr indent="-3365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  <a:defRPr sz="1700">
                <a:solidFill>
                  <a:schemeClr val="dk2"/>
                </a:solidFill>
              </a:defRPr>
            </a:lvl5pPr>
            <a:lvl6pPr indent="-3365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■"/>
              <a:defRPr sz="1700">
                <a:solidFill>
                  <a:schemeClr val="dk2"/>
                </a:solidFill>
              </a:defRPr>
            </a:lvl6pPr>
            <a:lvl7pPr indent="-3365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  <a:defRPr sz="1700">
                <a:solidFill>
                  <a:schemeClr val="dk2"/>
                </a:solidFill>
              </a:defRPr>
            </a:lvl7pPr>
            <a:lvl8pPr indent="-3365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  <a:defRPr sz="1700">
                <a:solidFill>
                  <a:schemeClr val="dk2"/>
                </a:solidFill>
              </a:defRPr>
            </a:lvl8pPr>
            <a:lvl9pPr indent="-3365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■"/>
              <a:defRPr sz="17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 algn="r">
              <a:buNone/>
              <a:defRPr sz="1200">
                <a:solidFill>
                  <a:schemeClr val="dk2"/>
                </a:solidFill>
              </a:defRPr>
            </a:lvl1pPr>
            <a:lvl2pPr lvl="1" algn="r">
              <a:buNone/>
              <a:defRPr sz="1200">
                <a:solidFill>
                  <a:schemeClr val="dk2"/>
                </a:solidFill>
              </a:defRPr>
            </a:lvl2pPr>
            <a:lvl3pPr lvl="2" algn="r">
              <a:buNone/>
              <a:defRPr sz="1200">
                <a:solidFill>
                  <a:schemeClr val="dk2"/>
                </a:solidFill>
              </a:defRPr>
            </a:lvl3pPr>
            <a:lvl4pPr lvl="3" algn="r">
              <a:buNone/>
              <a:defRPr sz="1200">
                <a:solidFill>
                  <a:schemeClr val="dk2"/>
                </a:solidFill>
              </a:defRPr>
            </a:lvl4pPr>
            <a:lvl5pPr lvl="4" algn="r">
              <a:buNone/>
              <a:defRPr sz="1200">
                <a:solidFill>
                  <a:schemeClr val="dk2"/>
                </a:solidFill>
              </a:defRPr>
            </a:lvl5pPr>
            <a:lvl6pPr lvl="5" algn="r">
              <a:buNone/>
              <a:defRPr sz="1200">
                <a:solidFill>
                  <a:schemeClr val="dk2"/>
                </a:solidFill>
              </a:defRPr>
            </a:lvl6pPr>
            <a:lvl7pPr lvl="6" algn="r">
              <a:buNone/>
              <a:defRPr sz="1200">
                <a:solidFill>
                  <a:schemeClr val="dk2"/>
                </a:solidFill>
              </a:defRPr>
            </a:lvl7pPr>
            <a:lvl8pPr lvl="7" algn="r">
              <a:buNone/>
              <a:defRPr sz="1200">
                <a:solidFill>
                  <a:schemeClr val="dk2"/>
                </a:solidFill>
              </a:defRPr>
            </a:lvl8pPr>
            <a:lvl9pPr lvl="8" algn="r">
              <a:buNone/>
              <a:defRPr sz="12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jpg"/><Relationship Id="rId4" Type="http://schemas.openxmlformats.org/officeDocument/2006/relationships/image" Target="../media/image10.jpg"/><Relationship Id="rId5" Type="http://schemas.openxmlformats.org/officeDocument/2006/relationships/image" Target="../media/image11.jpg"/><Relationship Id="rId6" Type="http://schemas.openxmlformats.org/officeDocument/2006/relationships/image" Target="../media/image12.jpg"/><Relationship Id="rId7" Type="http://schemas.openxmlformats.org/officeDocument/2006/relationships/image" Target="../media/image13.jpg"/><Relationship Id="rId8" Type="http://schemas.openxmlformats.org/officeDocument/2006/relationships/image" Target="../media/image14.jpg"/><Relationship Id="rId9" Type="http://schemas.openxmlformats.org/officeDocument/2006/relationships/image" Target="../media/image15.jpg"/><Relationship Id="rId10" Type="http://schemas.openxmlformats.org/officeDocument/2006/relationships/image" Target="../media/image16.jpg"/><Relationship Id="rId11" Type="http://schemas.openxmlformats.org/officeDocument/2006/relationships/image" Target="../media/image17.jpg"/><Relationship Id="rId12" Type="http://schemas.openxmlformats.org/officeDocument/2006/relationships/image" Target="../media/image18.jpg"/><Relationship Id="rId13" Type="http://schemas.openxmlformats.org/officeDocument/2006/relationships/image" Target="../media/image19.jpg"/><Relationship Id="rId14" Type="http://schemas.openxmlformats.org/officeDocument/2006/relationships/image" Target="../media/image20.jpg"/><Relationship Id="rId15" Type="http://schemas.openxmlformats.org/officeDocument/2006/relationships/image" Target="../media/image21.jpg"/><Relationship Id="rId16" Type="http://schemas.openxmlformats.org/officeDocument/2006/relationships/image" Target="../media/image22.jpg"/><Relationship Id="rId17" Type="http://schemas.openxmlformats.org/officeDocument/2006/relationships/image" Target="../media/image23.jpg"/><Relationship Id="rId18" Type="http://schemas.openxmlformats.org/officeDocument/2006/relationships/image" Target="../media/image24.jpg"/><Relationship Id="rId19" Type="http://schemas.openxmlformats.org/officeDocument/2006/relationships/image" Target="../media/image25.jpg"/><Relationship Id="rId20" Type="http://schemas.openxmlformats.org/officeDocument/2006/relationships/image" Target="../media/image26.jpg"/><Relationship Id="rId21" Type="http://schemas.openxmlformats.org/officeDocument/2006/relationships/image" Target="../media/image27.jpg"/><Relationship Id="rId22" Type="http://schemas.openxmlformats.org/officeDocument/2006/relationships/image" Target="../media/image28.jpg"/><Relationship Id="rId23" Type="http://schemas.openxmlformats.org/officeDocument/2006/relationships/image" Target="../media/image29.jpg"/><Relationship Id="rId24" Type="http://schemas.openxmlformats.org/officeDocument/2006/relationships/image" Target="../media/image30.jpg"/><Relationship Id="rId25" Type="http://schemas.openxmlformats.org/officeDocument/2006/relationships/image" Target="../media/image31.jpg"/><Relationship Id="rId26" Type="http://schemas.openxmlformats.org/officeDocument/2006/relationships/image" Target="../media/image32.jpg"/><Relationship Id="rId27" Type="http://schemas.openxmlformats.org/officeDocument/2006/relationships/image" Target="../media/image33.jpg"/><Relationship Id="rId28" Type="http://schemas.openxmlformats.org/officeDocument/2006/relationships/image" Target="../media/image34.jpg"/><Relationship Id="rId29" Type="http://schemas.openxmlformats.org/officeDocument/2006/relationships/image" Target="../media/image35.jpg"/><Relationship Id="rId30" Type="http://schemas.openxmlformats.org/officeDocument/2006/relationships/image" Target="../media/image36.jpg"/><Relationship Id="rId31" Type="http://schemas.openxmlformats.org/officeDocument/2006/relationships/image" Target="../media/image37.jpg"/><Relationship Id="rId32" Type="http://schemas.openxmlformats.org/officeDocument/2006/relationships/image" Target="../media/image38.jpg"/><Relationship Id="rId33" Type="http://schemas.openxmlformats.org/officeDocument/2006/relationships/image" Target="../media/image39.jpg"/><Relationship Id="rId34" Type="http://schemas.openxmlformats.org/officeDocument/2006/relationships/image" Target="../media/image40.jpg"/><Relationship Id="rId35" Type="http://schemas.openxmlformats.org/officeDocument/2006/relationships/image" Target="../media/image41.jpg"/><Relationship Id="rId36" Type="http://schemas.openxmlformats.org/officeDocument/2006/relationships/image" Target="../media/image42.jpg"/><Relationship Id="rId37" Type="http://schemas.openxmlformats.org/officeDocument/2006/relationships/image" Target="../media/image43.jpg"/><Relationship Id="rId38" Type="http://schemas.openxmlformats.org/officeDocument/2006/relationships/image" Target="../media/image44.jpg"/><Relationship Id="rId39" Type="http://schemas.openxmlformats.org/officeDocument/2006/relationships/image" Target="../media/image45.jpg"/><Relationship Id="rId40" Type="http://schemas.openxmlformats.org/officeDocument/2006/relationships/image" Target="../media/image46.jpg"/><Relationship Id="rId41" Type="http://schemas.openxmlformats.org/officeDocument/2006/relationships/image" Target="../media/image47.jpg"/><Relationship Id="rId42" Type="http://schemas.openxmlformats.org/officeDocument/2006/relationships/image" Target="../media/image48.jpg"/><Relationship Id="rId43" Type="http://schemas.openxmlformats.org/officeDocument/2006/relationships/image" Target="../media/image49.jpg"/><Relationship Id="rId44" Type="http://schemas.openxmlformats.org/officeDocument/2006/relationships/image" Target="../media/image50.jpg"/><Relationship Id="rId45" Type="http://schemas.openxmlformats.org/officeDocument/2006/relationships/image" Target="../media/image51.jpg"/><Relationship Id="rId46" Type="http://schemas.openxmlformats.org/officeDocument/2006/relationships/image" Target="../media/image52.jpg"/><Relationship Id="rId47" Type="http://schemas.openxmlformats.org/officeDocument/2006/relationships/image" Target="../media/image53.jpg"/><Relationship Id="rId48" Type="http://schemas.openxmlformats.org/officeDocument/2006/relationships/image" Target="../media/image54.jpg"/><Relationship Id="rId49" Type="http://schemas.openxmlformats.org/officeDocument/2006/relationships/image" Target="../media/image55.jpg"/><Relationship Id="rId50" Type="http://schemas.openxmlformats.org/officeDocument/2006/relationships/image" Target="../media/image56.jpg"/><Relationship Id="rId51" Type="http://schemas.openxmlformats.org/officeDocument/2006/relationships/image" Target="../media/image57.jpg"/><Relationship Id="rId52" Type="http://schemas.openxmlformats.org/officeDocument/2006/relationships/image" Target="../media/image58.jpg"/><Relationship Id="rId53" Type="http://schemas.openxmlformats.org/officeDocument/2006/relationships/image" Target="../media/image59.jpg"/><Relationship Id="rId54" Type="http://schemas.openxmlformats.org/officeDocument/2006/relationships/image" Target="../media/image60.jpg"/><Relationship Id="rId55" Type="http://schemas.openxmlformats.org/officeDocument/2006/relationships/image" Target="../media/image61.jpg"/><Relationship Id="rId56" Type="http://schemas.openxmlformats.org/officeDocument/2006/relationships/image" Target="../media/image62.jpg"/><Relationship Id="rId57" Type="http://schemas.openxmlformats.org/officeDocument/2006/relationships/image" Target="../media/image63.jpg"/><Relationship Id="rId58" Type="http://schemas.openxmlformats.org/officeDocument/2006/relationships/image" Target="../media/image64.jpg"/><Relationship Id="rId59" Type="http://schemas.openxmlformats.org/officeDocument/2006/relationships/image" Target="../media/image65.jpg"/><Relationship Id="rId60" Type="http://schemas.openxmlformats.org/officeDocument/2006/relationships/image" Target="../media/image66.jpg"/><Relationship Id="rId61" Type="http://schemas.openxmlformats.org/officeDocument/2006/relationships/image" Target="../media/image67.jpg"/><Relationship Id="rId62" Type="http://schemas.openxmlformats.org/officeDocument/2006/relationships/image" Target="../media/image68.jpg"/><Relationship Id="rId63" Type="http://schemas.openxmlformats.org/officeDocument/2006/relationships/image" Target="../media/image69.jpg"/><Relationship Id="rId64" Type="http://schemas.openxmlformats.org/officeDocument/2006/relationships/image" Target="../media/image70.jpg"/><Relationship Id="rId65" Type="http://schemas.openxmlformats.org/officeDocument/2006/relationships/image" Target="../media/image71.jpg"/><Relationship Id="rId66" Type="http://schemas.openxmlformats.org/officeDocument/2006/relationships/image" Target="../media/image72.jpg"/><Relationship Id="rId67" Type="http://schemas.openxmlformats.org/officeDocument/2006/relationships/image" Target="../media/image73.jpg"/><Relationship Id="rId68" Type="http://schemas.openxmlformats.org/officeDocument/2006/relationships/image" Target="../media/image74.jpg"/><Relationship Id="rId69" Type="http://schemas.openxmlformats.org/officeDocument/2006/relationships/image" Target="../media/image75.jpg"/><Relationship Id="rId70" Type="http://schemas.openxmlformats.org/officeDocument/2006/relationships/image" Target="../media/image76.jpg"/><Relationship Id="rId71" Type="http://schemas.openxmlformats.org/officeDocument/2006/relationships/image" Target="../media/image77.jpg"/><Relationship Id="rId72" Type="http://schemas.openxmlformats.org/officeDocument/2006/relationships/image" Target="../media/image78.jpg"/><Relationship Id="rId73" Type="http://schemas.openxmlformats.org/officeDocument/2006/relationships/image" Target="../media/image79.jpg"/><Relationship Id="rId74" Type="http://schemas.openxmlformats.org/officeDocument/2006/relationships/image" Target="../media/image80.jpg"/><Relationship Id="rId75" Type="http://schemas.openxmlformats.org/officeDocument/2006/relationships/image" Target="../media/image81.jpg"/><Relationship Id="rId76" Type="http://schemas.openxmlformats.org/officeDocument/2006/relationships/image" Target="../media/image82.jpg"/><Relationship Id="rId77" Type="http://schemas.openxmlformats.org/officeDocument/2006/relationships/image" Target="../media/image83.jpg"/><Relationship Id="rId78" Type="http://schemas.openxmlformats.org/officeDocument/2006/relationships/image" Target="../media/image84.jpg"/><Relationship Id="rId79" Type="http://schemas.openxmlformats.org/officeDocument/2006/relationships/image" Target="../media/image85.jpg"/><Relationship Id="rId80" Type="http://schemas.openxmlformats.org/officeDocument/2006/relationships/image" Target="../media/image86.jpg"/><Relationship Id="rId81" Type="http://schemas.openxmlformats.org/officeDocument/2006/relationships/image" Target="../media/image87.jpg"/><Relationship Id="rId82" Type="http://schemas.openxmlformats.org/officeDocument/2006/relationships/image" Target="../media/image88.jpg"/><Relationship Id="rId83" Type="http://schemas.openxmlformats.org/officeDocument/2006/relationships/image" Target="../media/image89.jpg"/><Relationship Id="rId84" Type="http://schemas.openxmlformats.org/officeDocument/2006/relationships/image" Target="../media/image90.jpg"/><Relationship Id="rId85" Type="http://schemas.openxmlformats.org/officeDocument/2006/relationships/image" Target="../media/image91.jpg"/><Relationship Id="rId86" Type="http://schemas.openxmlformats.org/officeDocument/2006/relationships/image" Target="../media/image92.jpg"/><Relationship Id="rId87" Type="http://schemas.openxmlformats.org/officeDocument/2006/relationships/image" Target="../media/image93.jpg"/><Relationship Id="rId88" Type="http://schemas.openxmlformats.org/officeDocument/2006/relationships/image" Target="../media/image94.jpg"/><Relationship Id="rId89" Type="http://schemas.openxmlformats.org/officeDocument/2006/relationships/image" Target="../media/image95.jpg"/><Relationship Id="rId90" Type="http://schemas.openxmlformats.org/officeDocument/2006/relationships/image" Target="../media/image96.jpg"/><Relationship Id="rId91" Type="http://schemas.openxmlformats.org/officeDocument/2006/relationships/image" Target="../media/image97.jpg"/><Relationship Id="rId92" Type="http://schemas.openxmlformats.org/officeDocument/2006/relationships/image" Target="../media/image98.jpg"/><Relationship Id="rId93" Type="http://schemas.openxmlformats.org/officeDocument/2006/relationships/image" Target="../media/image99.jpg"/><Relationship Id="rId94" Type="http://schemas.openxmlformats.org/officeDocument/2006/relationships/image" Target="../media/image100.jpg"/><Relationship Id="rId95" Type="http://schemas.openxmlformats.org/officeDocument/2006/relationships/image" Target="../media/image101.jpg"/><Relationship Id="rId96" Type="http://schemas.openxmlformats.org/officeDocument/2006/relationships/image" Target="../media/image102.jpg"/><Relationship Id="rId97" Type="http://schemas.openxmlformats.org/officeDocument/2006/relationships/image" Target="../media/image103.jpg"/><Relationship Id="rId98" Type="http://schemas.openxmlformats.org/officeDocument/2006/relationships/image" Target="../media/image104.jpg"/><Relationship Id="rId99" Type="http://schemas.openxmlformats.org/officeDocument/2006/relationships/image" Target="../media/image105.jpg"/><Relationship Id="rId100" Type="http://schemas.openxmlformats.org/officeDocument/2006/relationships/image" Target="../media/image106.jpg"/><Relationship Id="rId101" Type="http://schemas.openxmlformats.org/officeDocument/2006/relationships/image" Target="../media/image107.jpg"/><Relationship Id="rId102" Type="http://schemas.openxmlformats.org/officeDocument/2006/relationships/image" Target="../media/image108.jpg"/><Relationship Id="rId103" Type="http://schemas.openxmlformats.org/officeDocument/2006/relationships/image" Target="../media/image109.jpg"/><Relationship Id="rId104" Type="http://schemas.openxmlformats.org/officeDocument/2006/relationships/image" Target="../media/image110.jpg"/><Relationship Id="rId105" Type="http://schemas.openxmlformats.org/officeDocument/2006/relationships/image" Target="../media/image111.jpg"/><Relationship Id="rId106" Type="http://schemas.openxmlformats.org/officeDocument/2006/relationships/image" Target="../media/image112.jpg"/><Relationship Id="rId107" Type="http://schemas.openxmlformats.org/officeDocument/2006/relationships/image" Target="../media/image113.jpg"/><Relationship Id="rId108" Type="http://schemas.openxmlformats.org/officeDocument/2006/relationships/image" Target="../media/image114.jpg"/><Relationship Id="rId109" Type="http://schemas.openxmlformats.org/officeDocument/2006/relationships/image" Target="../media/image115.jpg"/><Relationship Id="rId110" Type="http://schemas.openxmlformats.org/officeDocument/2006/relationships/image" Target="../media/image116.jpg"/><Relationship Id="rId111" Type="http://schemas.openxmlformats.org/officeDocument/2006/relationships/image" Target="../media/image117.jpg"/><Relationship Id="rId112" Type="http://schemas.openxmlformats.org/officeDocument/2006/relationships/image" Target="../media/image118.jpg"/><Relationship Id="rId113" Type="http://schemas.openxmlformats.org/officeDocument/2006/relationships/image" Target="../media/image119.jpg"/><Relationship Id="rId114" Type="http://schemas.openxmlformats.org/officeDocument/2006/relationships/image" Target="../media/image120.jpg"/><Relationship Id="rId115" Type="http://schemas.openxmlformats.org/officeDocument/2006/relationships/image" Target="../media/image121.jpg"/><Relationship Id="rId116" Type="http://schemas.openxmlformats.org/officeDocument/2006/relationships/image" Target="../media/image122.jpg"/><Relationship Id="rId117" Type="http://schemas.openxmlformats.org/officeDocument/2006/relationships/image" Target="../media/image123.jpg"/><Relationship Id="rId118" Type="http://schemas.openxmlformats.org/officeDocument/2006/relationships/image" Target="../media/image124.jpg"/><Relationship Id="rId119" Type="http://schemas.openxmlformats.org/officeDocument/2006/relationships/image" Target="../media/image125.jpg"/><Relationship Id="rId120" Type="http://schemas.openxmlformats.org/officeDocument/2006/relationships/image" Target="../media/image126.jpg"/><Relationship Id="rId121" Type="http://schemas.openxmlformats.org/officeDocument/2006/relationships/image" Target="../media/image127.jpg"/><Relationship Id="rId122" Type="http://schemas.openxmlformats.org/officeDocument/2006/relationships/image" Target="../media/image128.jpg"/><Relationship Id="rId123" Type="http://schemas.openxmlformats.org/officeDocument/2006/relationships/image" Target="../media/image129.jpg"/><Relationship Id="rId124" Type="http://schemas.openxmlformats.org/officeDocument/2006/relationships/image" Target="../media/image130.jpg"/><Relationship Id="rId125" Type="http://schemas.openxmlformats.org/officeDocument/2006/relationships/image" Target="../media/image131.jpg"/><Relationship Id="rId126" Type="http://schemas.openxmlformats.org/officeDocument/2006/relationships/image" Target="../media/image132.jpg"/><Relationship Id="rId127" Type="http://schemas.openxmlformats.org/officeDocument/2006/relationships/image" Target="../media/image133.jpg"/><Relationship Id="rId128" Type="http://schemas.openxmlformats.org/officeDocument/2006/relationships/image" Target="../media/image134.jpg"/><Relationship Id="rId129" Type="http://schemas.openxmlformats.org/officeDocument/2006/relationships/image" Target="../media/image135.jpg"/><Relationship Id="rId130" Type="http://schemas.openxmlformats.org/officeDocument/2006/relationships/image" Target="../media/image136.jpg"/><Relationship Id="rId131" Type="http://schemas.openxmlformats.org/officeDocument/2006/relationships/image" Target="../media/image137.jpg"/><Relationship Id="rId132" Type="http://schemas.openxmlformats.org/officeDocument/2006/relationships/image" Target="../media/image138.jpg"/><Relationship Id="rId133" Type="http://schemas.openxmlformats.org/officeDocument/2006/relationships/image" Target="../media/image139.jpg"/><Relationship Id="rId134" Type="http://schemas.openxmlformats.org/officeDocument/2006/relationships/image" Target="../media/image140.jpg"/><Relationship Id="rId135" Type="http://schemas.openxmlformats.org/officeDocument/2006/relationships/image" Target="../media/image141.jpg"/><Relationship Id="rId136" Type="http://schemas.openxmlformats.org/officeDocument/2006/relationships/image" Target="../media/image142.jpg"/><Relationship Id="rId137" Type="http://schemas.openxmlformats.org/officeDocument/2006/relationships/image" Target="../media/image143.jpg"/><Relationship Id="rId138" Type="http://schemas.openxmlformats.org/officeDocument/2006/relationships/image" Target="../media/image144.jpg"/><Relationship Id="rId139" Type="http://schemas.openxmlformats.org/officeDocument/2006/relationships/image" Target="../media/image145.jpg"/><Relationship Id="rId140" Type="http://schemas.openxmlformats.org/officeDocument/2006/relationships/image" Target="../media/image146.jpg"/><Relationship Id="rId141" Type="http://schemas.openxmlformats.org/officeDocument/2006/relationships/image" Target="../media/image147.jpg"/><Relationship Id="rId142" Type="http://schemas.openxmlformats.org/officeDocument/2006/relationships/image" Target="../media/image148.jpg"/><Relationship Id="rId143" Type="http://schemas.openxmlformats.org/officeDocument/2006/relationships/image" Target="../media/image149.jpg"/><Relationship Id="rId144" Type="http://schemas.openxmlformats.org/officeDocument/2006/relationships/image" Target="../media/image150.jpg"/><Relationship Id="rId145" Type="http://schemas.openxmlformats.org/officeDocument/2006/relationships/image" Target="../media/image151.jpg"/><Relationship Id="rId146" Type="http://schemas.openxmlformats.org/officeDocument/2006/relationships/image" Target="../media/image152.jpg"/><Relationship Id="rId147" Type="http://schemas.openxmlformats.org/officeDocument/2006/relationships/image" Target="../media/image153.jpg"/><Relationship Id="rId148" Type="http://schemas.openxmlformats.org/officeDocument/2006/relationships/image" Target="../media/image154.jpg"/><Relationship Id="rId149" Type="http://schemas.openxmlformats.org/officeDocument/2006/relationships/image" Target="../media/image155.jpg"/><Relationship Id="rId150" Type="http://schemas.openxmlformats.org/officeDocument/2006/relationships/image" Target="../media/image156.jpg"/><Relationship Id="rId151" Type="http://schemas.openxmlformats.org/officeDocument/2006/relationships/image" Target="../media/image157.jpg"/><Relationship Id="rId152" Type="http://schemas.openxmlformats.org/officeDocument/2006/relationships/image" Target="../media/image158.jpg"/><Relationship Id="rId153" Type="http://schemas.openxmlformats.org/officeDocument/2006/relationships/image" Target="../media/image159.jpg"/><Relationship Id="rId154" Type="http://schemas.openxmlformats.org/officeDocument/2006/relationships/image" Target="../media/image160.jpg"/><Relationship Id="rId155" Type="http://schemas.openxmlformats.org/officeDocument/2006/relationships/image" Target="../media/image161.jpg"/><Relationship Id="rId156" Type="http://schemas.openxmlformats.org/officeDocument/2006/relationships/image" Target="../media/image162.jpg"/><Relationship Id="rId157" Type="http://schemas.openxmlformats.org/officeDocument/2006/relationships/image" Target="../media/image163.jpg"/><Relationship Id="rId158" Type="http://schemas.openxmlformats.org/officeDocument/2006/relationships/image" Target="../media/image164.jpg"/><Relationship Id="rId159" Type="http://schemas.openxmlformats.org/officeDocument/2006/relationships/image" Target="../media/image165.jpg"/><Relationship Id="rId160" Type="http://schemas.openxmlformats.org/officeDocument/2006/relationships/image" Target="../media/image166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5.jpg"/><Relationship Id="rId5" Type="http://schemas.openxmlformats.org/officeDocument/2006/relationships/image" Target="../media/image3.jpg"/><Relationship Id="rId6" Type="http://schemas.openxmlformats.org/officeDocument/2006/relationships/image" Target="../media/image6.jpg"/><Relationship Id="rId7" Type="http://schemas.openxmlformats.org/officeDocument/2006/relationships/image" Target="../media/image7.jpg"/><Relationship Id="rId8" Type="http://schemas.openxmlformats.org/officeDocument/2006/relationships/image" Target="../media/image1.jpg"/><Relationship Id="rId9" Type="http://schemas.openxmlformats.org/officeDocument/2006/relationships/image" Target="../media/image4.jpg"/><Relationship Id="rId10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Picture 211" descr="151_707d733d-2928-4215-91d2-1340fc9ee903.jpg"/>
          <p:cNvPicPr>
            <a:picLocks noChangeAspect="1"/>
          </p:cNvPicPr>
          <p:nvPr/>
        </p:nvPicPr>
        <p:blipFill>
          <a:blip r:embed="rId153"/>
          <a:stretch>
            <a:fillRect/>
          </a:stretch>
        </p:blipFill>
        <p:spPr>
          <a:xfrm>
            <a:off x="3270613" y="4625552"/>
            <a:ext cx="2277300" cy="3250800"/>
          </a:xfrm>
          <a:prstGeom prst="rect">
            <a:avLst/>
          </a:prstGeom>
        </p:spPr>
      </p:pic>
      <p:pic>
        <p:nvPicPr>
          <p:cNvPr id="213" name="Picture 212" descr="152_7102269a-e0d1-42a0-aa9d-fdd53b5aaebe.jpg"/>
          <p:cNvPicPr>
            <a:picLocks noChangeAspect="1"/>
          </p:cNvPicPr>
          <p:nvPr/>
        </p:nvPicPr>
        <p:blipFill>
          <a:blip r:embed="rId154"/>
          <a:stretch>
            <a:fillRect/>
          </a:stretch>
        </p:blipFill>
        <p:spPr>
          <a:xfrm>
            <a:off x="6665849" y="4625548"/>
            <a:ext cx="2277300" cy="3250800"/>
          </a:xfrm>
          <a:prstGeom prst="rect">
            <a:avLst/>
          </a:prstGeom>
        </p:spPr>
      </p:pic>
      <p:pic>
        <p:nvPicPr>
          <p:cNvPr id="214" name="Picture 213" descr="153_7102269a-e0d1-42a0-aa9d-fdd53b5aaebe.jpg"/>
          <p:cNvPicPr>
            <a:picLocks noChangeAspect="1"/>
          </p:cNvPicPr>
          <p:nvPr/>
        </p:nvPicPr>
        <p:blipFill>
          <a:blip r:embed="rId155"/>
          <a:stretch>
            <a:fillRect/>
          </a:stretch>
        </p:blipFill>
        <p:spPr>
          <a:xfrm>
            <a:off x="236391" y="223838"/>
            <a:ext cx="2277300" cy="3250800"/>
          </a:xfrm>
          <a:prstGeom prst="rect">
            <a:avLst/>
          </a:prstGeom>
        </p:spPr>
      </p:pic>
      <p:pic>
        <p:nvPicPr>
          <p:cNvPr id="215" name="Picture 214" descr="154_9c110fa1-2320-4652-b282-ed064a9ec9a9.jpg"/>
          <p:cNvPicPr>
            <a:picLocks noChangeAspect="1"/>
          </p:cNvPicPr>
          <p:nvPr/>
        </p:nvPicPr>
        <p:blipFill>
          <a:blip r:embed="rId156"/>
          <a:stretch>
            <a:fillRect/>
          </a:stretch>
        </p:blipFill>
        <p:spPr>
          <a:xfrm>
            <a:off x="236389" y="4138801"/>
            <a:ext cx="2277300" cy="3250800"/>
          </a:xfrm>
          <a:prstGeom prst="rect">
            <a:avLst/>
          </a:prstGeom>
        </p:spPr>
      </p:pic>
      <p:pic>
        <p:nvPicPr>
          <p:cNvPr id="216" name="Picture 215" descr="155_9c110fa1-2320-4652-b282-ed064a9ec9a9.jpg"/>
          <p:cNvPicPr>
            <a:picLocks noChangeAspect="1"/>
          </p:cNvPicPr>
          <p:nvPr/>
        </p:nvPicPr>
        <p:blipFill>
          <a:blip r:embed="rId157"/>
          <a:stretch>
            <a:fillRect/>
          </a:stretch>
        </p:blipFill>
        <p:spPr>
          <a:xfrm>
            <a:off x="3270613" y="-262893"/>
            <a:ext cx="2277300" cy="3250800"/>
          </a:xfrm>
          <a:prstGeom prst="rect">
            <a:avLst/>
          </a:prstGeom>
        </p:spPr>
      </p:pic>
      <p:pic>
        <p:nvPicPr>
          <p:cNvPr id="217" name="Picture 216" descr="156_a824d5c0-cdd3-42e2-ac04-b8cada566163.jpg"/>
          <p:cNvPicPr>
            <a:picLocks noChangeAspect="1"/>
          </p:cNvPicPr>
          <p:nvPr/>
        </p:nvPicPr>
        <p:blipFill>
          <a:blip r:embed="rId158"/>
          <a:stretch>
            <a:fillRect/>
          </a:stretch>
        </p:blipFill>
        <p:spPr>
          <a:xfrm>
            <a:off x="6665848" y="-262893"/>
            <a:ext cx="2277300" cy="3250800"/>
          </a:xfrm>
          <a:prstGeom prst="rect">
            <a:avLst/>
          </a:prstGeom>
        </p:spPr>
      </p:pic>
      <p:pic>
        <p:nvPicPr>
          <p:cNvPr id="218" name="Picture 217" descr="157_a824d5c0-cdd3-42e2-ac04-b8cada566163.jpg"/>
          <p:cNvPicPr>
            <a:picLocks noChangeAspect="1"/>
          </p:cNvPicPr>
          <p:nvPr/>
        </p:nvPicPr>
        <p:blipFill>
          <a:blip r:embed="rId159"/>
          <a:stretch>
            <a:fillRect/>
          </a:stretch>
        </p:blipFill>
        <p:spPr>
          <a:xfrm>
            <a:off x="3270613" y="2181335"/>
            <a:ext cx="2277300" cy="3250800"/>
          </a:xfrm>
          <a:prstGeom prst="rect">
            <a:avLst/>
          </a:prstGeom>
        </p:spPr>
      </p:pic>
      <p:pic>
        <p:nvPicPr>
          <p:cNvPr id="219" name="Picture 218" descr="158_fb781323-2746-405d-a9b2-e778c037a6e9.jpg"/>
          <p:cNvPicPr>
            <a:picLocks noChangeAspect="1"/>
          </p:cNvPicPr>
          <p:nvPr/>
        </p:nvPicPr>
        <p:blipFill>
          <a:blip r:embed="rId160"/>
          <a:stretch>
            <a:fillRect/>
          </a:stretch>
        </p:blipFill>
        <p:spPr>
          <a:xfrm>
            <a:off x="6665856" y="2181318"/>
            <a:ext cx="2277300" cy="3250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/>
          <p:nvPr/>
        </p:nvSpPr>
        <p:spPr>
          <a:xfrm rot="10800000">
            <a:off x="236391" y="223838"/>
            <a:ext cx="2277300" cy="3250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67" name="Google Shape;67;p14"/>
          <p:cNvSpPr/>
          <p:nvPr/>
        </p:nvSpPr>
        <p:spPr>
          <a:xfrm rot="10800000">
            <a:off x="236389" y="4138801"/>
            <a:ext cx="2277300" cy="3250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68" name="Google Shape;68;p14"/>
          <p:cNvSpPr/>
          <p:nvPr/>
        </p:nvSpPr>
        <p:spPr>
          <a:xfrm rot="5400000">
            <a:off x="3270613" y="-262893"/>
            <a:ext cx="2277300" cy="3250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69" name="Google Shape;69;p14"/>
          <p:cNvSpPr/>
          <p:nvPr/>
        </p:nvSpPr>
        <p:spPr>
          <a:xfrm rot="5400000">
            <a:off x="6665848" y="-262893"/>
            <a:ext cx="2277300" cy="3250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70" name="Google Shape;70;p14"/>
          <p:cNvSpPr/>
          <p:nvPr/>
        </p:nvSpPr>
        <p:spPr>
          <a:xfrm rot="5400000">
            <a:off x="3270613" y="2181335"/>
            <a:ext cx="2277300" cy="3250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71" name="Google Shape;71;p14"/>
          <p:cNvSpPr/>
          <p:nvPr/>
        </p:nvSpPr>
        <p:spPr>
          <a:xfrm rot="5400000">
            <a:off x="6665856" y="2181318"/>
            <a:ext cx="2277300" cy="3250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72" name="Google Shape;72;p14"/>
          <p:cNvSpPr/>
          <p:nvPr/>
        </p:nvSpPr>
        <p:spPr>
          <a:xfrm rot="5400000">
            <a:off x="3270613" y="4625552"/>
            <a:ext cx="2277300" cy="3250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73" name="Google Shape;73;p14"/>
          <p:cNvSpPr/>
          <p:nvPr/>
        </p:nvSpPr>
        <p:spPr>
          <a:xfrm rot="5400000">
            <a:off x="6665849" y="4625548"/>
            <a:ext cx="2277300" cy="3250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pic>
        <p:nvPicPr>
          <p:cNvPr descr="Zirda, the Dawnwaker" id="74" name="Google Shape;7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6701525" y="2208150"/>
            <a:ext cx="2279875" cy="3176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oblin Engineer" id="75" name="Google Shape;7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306414" y="2201837"/>
            <a:ext cx="2285150" cy="31842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taff of Domination" id="76" name="Google Shape;76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3297645" y="-205875"/>
            <a:ext cx="2240700" cy="31222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Karn, the Great Creator" id="77" name="Google Shape;77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5400000">
            <a:off x="6629413" y="-247713"/>
            <a:ext cx="2289175" cy="3189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ull from Eternity" id="78" name="Google Shape;78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80775" y="4138800"/>
            <a:ext cx="2332927" cy="32507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ystic Forge" id="79" name="Google Shape;79;p1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36400" y="262600"/>
            <a:ext cx="2277300" cy="31732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urmcoil Engine" id="80" name="Google Shape;80;p1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rot="-5400000">
            <a:off x="6623500" y="4667900"/>
            <a:ext cx="2258975" cy="31477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ath to Exile" id="81" name="Google Shape;81;p1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 rot="-5400000">
            <a:off x="3296488" y="4662187"/>
            <a:ext cx="2288075" cy="3188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