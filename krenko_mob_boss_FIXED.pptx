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7772400" cx="10058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448">
          <p15:clr>
            <a:srgbClr val="747775"/>
          </p15:clr>
        </p15:guide>
        <p15:guide id="2" pos="31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48" orient="horz"/>
        <p:guide pos="3168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42879" y="1125136"/>
            <a:ext cx="9372600" cy="31017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42870" y="4282678"/>
            <a:ext cx="9372600" cy="1197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42870" y="3250173"/>
            <a:ext cx="9372600" cy="12720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4287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31564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42870" y="839573"/>
            <a:ext cx="3088800" cy="1141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42870" y="2099840"/>
            <a:ext cx="3088800" cy="4804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39275" y="680227"/>
            <a:ext cx="7004700" cy="6181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029200" y="-189"/>
            <a:ext cx="5029200" cy="777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2050" y="1863464"/>
            <a:ext cx="4449600" cy="2239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2050" y="4235758"/>
            <a:ext cx="4449600" cy="18663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433450" y="1094158"/>
            <a:ext cx="4220700" cy="55836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42870" y="6392869"/>
            <a:ext cx="6598800" cy="9144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42870" y="1671478"/>
            <a:ext cx="9372600" cy="29670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42870" y="4763362"/>
            <a:ext cx="9372600" cy="1965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  <a:defRPr sz="22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image" Target="../media/image9.jpg"/><Relationship Id="rId8" Type="http://schemas.openxmlformats.org/officeDocument/2006/relationships/image" Target="../media/image10.jpg"/><Relationship Id="rId9" Type="http://schemas.openxmlformats.org/officeDocument/2006/relationships/image" Target="../media/image1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Relationship Id="rId9" Type="http://schemas.openxmlformats.org/officeDocument/2006/relationships/image" Target="../media/image1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Relationship Id="rId6" Type="http://schemas.openxmlformats.org/officeDocument/2006/relationships/image" Target="../media/image24.jpg"/><Relationship Id="rId7" Type="http://schemas.openxmlformats.org/officeDocument/2006/relationships/image" Target="../media/image25.jpg"/><Relationship Id="rId8" Type="http://schemas.openxmlformats.org/officeDocument/2006/relationships/image" Target="../media/image26.jpg"/><Relationship Id="rId9" Type="http://schemas.openxmlformats.org/officeDocument/2006/relationships/image" Target="../media/image2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6" Type="http://schemas.openxmlformats.org/officeDocument/2006/relationships/image" Target="../media/image32.jpg"/><Relationship Id="rId7" Type="http://schemas.openxmlformats.org/officeDocument/2006/relationships/image" Target="../media/image33.jpg"/><Relationship Id="rId8" Type="http://schemas.openxmlformats.org/officeDocument/2006/relationships/image" Target="../media/image34.jpg"/><Relationship Id="rId9" Type="http://schemas.openxmlformats.org/officeDocument/2006/relationships/image" Target="../media/image3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Relationship Id="rId6" Type="http://schemas.openxmlformats.org/officeDocument/2006/relationships/image" Target="../media/image40.jpg"/><Relationship Id="rId7" Type="http://schemas.openxmlformats.org/officeDocument/2006/relationships/image" Target="../media/image41.jpg"/><Relationship Id="rId8" Type="http://schemas.openxmlformats.org/officeDocument/2006/relationships/image" Target="../media/image31.jpg"/><Relationship Id="rId9" Type="http://schemas.openxmlformats.org/officeDocument/2006/relationships/image" Target="../media/image4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image" Target="../media/image44.jpg"/><Relationship Id="rId4" Type="http://schemas.openxmlformats.org/officeDocument/2006/relationships/image" Target="../media/image45.jpg"/><Relationship Id="rId5" Type="http://schemas.openxmlformats.org/officeDocument/2006/relationships/image" Target="../media/image46.jpg"/><Relationship Id="rId6" Type="http://schemas.openxmlformats.org/officeDocument/2006/relationships/image" Target="../media/image47.jpg"/><Relationship Id="rId7" Type="http://schemas.openxmlformats.org/officeDocument/2006/relationships/image" Target="../media/image48.jpg"/><Relationship Id="rId8" Type="http://schemas.openxmlformats.org/officeDocument/2006/relationships/image" Target="../media/image49.jpg"/><Relationship Id="rId9" Type="http://schemas.openxmlformats.org/officeDocument/2006/relationships/image" Target="../media/image5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image" Target="../media/image52.jpg"/><Relationship Id="rId4" Type="http://schemas.openxmlformats.org/officeDocument/2006/relationships/image" Target="../media/image53.jpg"/><Relationship Id="rId5" Type="http://schemas.openxmlformats.org/officeDocument/2006/relationships/image" Target="../media/image54.jpg"/><Relationship Id="rId6" Type="http://schemas.openxmlformats.org/officeDocument/2006/relationships/image" Target="../media/image55.jpg"/><Relationship Id="rId7" Type="http://schemas.openxmlformats.org/officeDocument/2006/relationships/image" Target="../media/image56.jpg"/><Relationship Id="rId8" Type="http://schemas.openxmlformats.org/officeDocument/2006/relationships/image" Target="../media/image57.jpg"/><Relationship Id="rId9" Type="http://schemas.openxmlformats.org/officeDocument/2006/relationships/image" Target="../media/image5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60.jpg"/><Relationship Id="rId4" Type="http://schemas.openxmlformats.org/officeDocument/2006/relationships/image" Target="../media/image61.jpg"/><Relationship Id="rId5" Type="http://schemas.openxmlformats.org/officeDocument/2006/relationships/image" Target="../media/image62.jpg"/><Relationship Id="rId6" Type="http://schemas.openxmlformats.org/officeDocument/2006/relationships/image" Target="../media/image63.jpg"/><Relationship Id="rId7" Type="http://schemas.openxmlformats.org/officeDocument/2006/relationships/image" Target="../media/image64.jpg"/><Relationship Id="rId8" Type="http://schemas.openxmlformats.org/officeDocument/2006/relationships/image" Target="../media/image65.jpg"/><Relationship Id="rId9" Type="http://schemas.openxmlformats.org/officeDocument/2006/relationships/image" Target="../media/image6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Relationship Id="rId3" Type="http://schemas.openxmlformats.org/officeDocument/2006/relationships/image" Target="../media/image68.jpg"/><Relationship Id="rId4" Type="http://schemas.openxmlformats.org/officeDocument/2006/relationships/image" Target="../media/image69.jpg"/><Relationship Id="rId5" Type="http://schemas.openxmlformats.org/officeDocument/2006/relationships/image" Target="../media/image70.jpg"/><Relationship Id="rId6" Type="http://schemas.openxmlformats.org/officeDocument/2006/relationships/image" Target="../media/image71.jpg"/><Relationship Id="rId7" Type="http://schemas.openxmlformats.org/officeDocument/2006/relationships/image" Target="../media/image72.jpg"/><Relationship Id="rId8" Type="http://schemas.openxmlformats.org/officeDocument/2006/relationships/image" Target="../media/image73.jpg"/><Relationship Id="rId9" Type="http://schemas.openxmlformats.org/officeDocument/2006/relationships/image" Target="../media/image7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Relationship Id="rId3" Type="http://schemas.openxmlformats.org/officeDocument/2006/relationships/image" Target="../media/image76.jpg"/><Relationship Id="rId4" Type="http://schemas.openxmlformats.org/officeDocument/2006/relationships/image" Target="../media/image77.jpg"/><Relationship Id="rId5" Type="http://schemas.openxmlformats.org/officeDocument/2006/relationships/image" Target="../media/image78.jpg"/><Relationship Id="rId6" Type="http://schemas.openxmlformats.org/officeDocument/2006/relationships/image" Target="../media/image7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qeu0zwk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895" y="457200"/>
            <a:ext cx="3185409" cy="2286000"/>
          </a:xfrm>
          <a:prstGeom prst="rect">
            <a:avLst/>
          </a:prstGeom>
        </p:spPr>
      </p:pic>
      <p:pic>
        <p:nvPicPr>
          <p:cNvPr id="4" name="Picture 3" descr="tmp3s51h5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495" y="457200"/>
            <a:ext cx="3185409" cy="2286000"/>
          </a:xfrm>
          <a:prstGeom prst="rect">
            <a:avLst/>
          </a:prstGeom>
        </p:spPr>
      </p:pic>
      <p:pic>
        <p:nvPicPr>
          <p:cNvPr id="5" name="Picture 4" descr="tmppc5hfb4q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21895"/>
            <a:ext cx="2286000" cy="3185409"/>
          </a:xfrm>
          <a:prstGeom prst="rect">
            <a:avLst/>
          </a:prstGeom>
        </p:spPr>
      </p:pic>
      <p:pic>
        <p:nvPicPr>
          <p:cNvPr id="6" name="Picture 5" descr="tmp3s51h5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7895" y="3200400"/>
            <a:ext cx="3185409" cy="2286000"/>
          </a:xfrm>
          <a:prstGeom prst="rect">
            <a:avLst/>
          </a:prstGeom>
        </p:spPr>
      </p:pic>
      <p:pic>
        <p:nvPicPr>
          <p:cNvPr id="7" name="Picture 6" descr="tmp3s51h5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495" y="3200400"/>
            <a:ext cx="3185409" cy="2286000"/>
          </a:xfrm>
          <a:prstGeom prst="rect">
            <a:avLst/>
          </a:prstGeom>
        </p:spPr>
      </p:pic>
      <p:pic>
        <p:nvPicPr>
          <p:cNvPr id="8" name="Picture 7" descr="tmppc5hfb4q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79495"/>
            <a:ext cx="2286000" cy="3185409"/>
          </a:xfrm>
          <a:prstGeom prst="rect">
            <a:avLst/>
          </a:prstGeom>
        </p:spPr>
      </p:pic>
      <p:pic>
        <p:nvPicPr>
          <p:cNvPr id="9" name="Picture 8" descr="tmp3s51h5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7895" y="5943600"/>
            <a:ext cx="3185409" cy="2286000"/>
          </a:xfrm>
          <a:prstGeom prst="rect">
            <a:avLst/>
          </a:prstGeom>
        </p:spPr>
      </p:pic>
      <p:pic>
        <p:nvPicPr>
          <p:cNvPr id="10" name="Picture 9" descr="tmp3s51h5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495" y="5943600"/>
            <a:ext cx="318540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3s51h5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895" y="457200"/>
            <a:ext cx="3185409" cy="2286000"/>
          </a:xfrm>
          <a:prstGeom prst="rect">
            <a:avLst/>
          </a:prstGeom>
        </p:spPr>
      </p:pic>
      <p:pic>
        <p:nvPicPr>
          <p:cNvPr id="4" name="Picture 3" descr="tmp3s51h5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495" y="457200"/>
            <a:ext cx="3185409" cy="2286000"/>
          </a:xfrm>
          <a:prstGeom prst="rect">
            <a:avLst/>
          </a:prstGeom>
        </p:spPr>
      </p:pic>
      <p:pic>
        <p:nvPicPr>
          <p:cNvPr id="5" name="Picture 4" descr="tmppc5hfb4q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21895"/>
            <a:ext cx="2286000" cy="3185409"/>
          </a:xfrm>
          <a:prstGeom prst="rect">
            <a:avLst/>
          </a:prstGeom>
        </p:spPr>
      </p:pic>
      <p:pic>
        <p:nvPicPr>
          <p:cNvPr id="6" name="Picture 5" descr="tmp3s51h5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895" y="3200400"/>
            <a:ext cx="3185409" cy="2286000"/>
          </a:xfrm>
          <a:prstGeom prst="rect">
            <a:avLst/>
          </a:prstGeom>
        </p:spPr>
      </p:pic>
      <p:pic>
        <p:nvPicPr>
          <p:cNvPr id="7" name="Picture 6" descr="tmp3s51h5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495" y="3200400"/>
            <a:ext cx="3185409" cy="2286000"/>
          </a:xfrm>
          <a:prstGeom prst="rect">
            <a:avLst/>
          </a:prstGeom>
        </p:spPr>
      </p:pic>
      <p:pic>
        <p:nvPicPr>
          <p:cNvPr id="8" name="Picture 7" descr="tmppc5hfb4q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9495"/>
            <a:ext cx="2286000" cy="3185409"/>
          </a:xfrm>
          <a:prstGeom prst="rect">
            <a:avLst/>
          </a:prstGeom>
        </p:spPr>
      </p:pic>
      <p:pic>
        <p:nvPicPr>
          <p:cNvPr id="9" name="Picture 8" descr="tmp3s51h5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895" y="5943600"/>
            <a:ext cx="3185409" cy="2286000"/>
          </a:xfrm>
          <a:prstGeom prst="rect">
            <a:avLst/>
          </a:prstGeom>
        </p:spPr>
      </p:pic>
      <p:pic>
        <p:nvPicPr>
          <p:cNvPr id="10" name="Picture 9" descr="tmp3s51h5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495" y="5943600"/>
            <a:ext cx="318540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3s51h5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895" y="457200"/>
            <a:ext cx="3185409" cy="2286000"/>
          </a:xfrm>
          <a:prstGeom prst="rect">
            <a:avLst/>
          </a:prstGeom>
        </p:spPr>
      </p:pic>
      <p:pic>
        <p:nvPicPr>
          <p:cNvPr id="4" name="Picture 3" descr="tmp3s51h5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495" y="457200"/>
            <a:ext cx="3185409" cy="2286000"/>
          </a:xfrm>
          <a:prstGeom prst="rect">
            <a:avLst/>
          </a:prstGeom>
        </p:spPr>
      </p:pic>
      <p:pic>
        <p:nvPicPr>
          <p:cNvPr id="5" name="Picture 4" descr="tmppc5hfb4q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21895"/>
            <a:ext cx="2286000" cy="3185409"/>
          </a:xfrm>
          <a:prstGeom prst="rect">
            <a:avLst/>
          </a:prstGeom>
        </p:spPr>
      </p:pic>
      <p:pic>
        <p:nvPicPr>
          <p:cNvPr id="6" name="Picture 5" descr="tmp3s51h5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895" y="3200400"/>
            <a:ext cx="3185409" cy="2286000"/>
          </a:xfrm>
          <a:prstGeom prst="rect">
            <a:avLst/>
          </a:prstGeom>
        </p:spPr>
      </p:pic>
      <p:pic>
        <p:nvPicPr>
          <p:cNvPr id="7" name="Picture 6" descr="tmp3s51h5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495" y="3200400"/>
            <a:ext cx="3185409" cy="2286000"/>
          </a:xfrm>
          <a:prstGeom prst="rect">
            <a:avLst/>
          </a:prstGeom>
        </p:spPr>
      </p:pic>
      <p:pic>
        <p:nvPicPr>
          <p:cNvPr id="8" name="Picture 7" descr="tmppc5hfb4q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9495"/>
            <a:ext cx="2286000" cy="3185409"/>
          </a:xfrm>
          <a:prstGeom prst="rect">
            <a:avLst/>
          </a:prstGeom>
        </p:spPr>
      </p:pic>
      <p:pic>
        <p:nvPicPr>
          <p:cNvPr id="9" name="Picture 8" descr="tmp3s51h5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895" y="5943600"/>
            <a:ext cx="3185409" cy="2286000"/>
          </a:xfrm>
          <a:prstGeom prst="rect">
            <a:avLst/>
          </a:prstGeom>
        </p:spPr>
      </p:pic>
      <p:pic>
        <p:nvPicPr>
          <p:cNvPr id="10" name="Picture 9" descr="tmp3s51h5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495" y="5943600"/>
            <a:ext cx="318540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a7bb_69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895" y="457200"/>
            <a:ext cx="3185409" cy="2286000"/>
          </a:xfrm>
          <a:prstGeom prst="rect">
            <a:avLst/>
          </a:prstGeom>
        </p:spPr>
      </p:pic>
      <p:pic>
        <p:nvPicPr>
          <p:cNvPr id="4" name="Picture 3" descr="tmp7tb8hz0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495" y="457200"/>
            <a:ext cx="3185409" cy="2286000"/>
          </a:xfrm>
          <a:prstGeom prst="rect">
            <a:avLst/>
          </a:prstGeom>
        </p:spPr>
      </p:pic>
      <p:pic>
        <p:nvPicPr>
          <p:cNvPr id="5" name="Picture 4" descr="tmp4wqf1bzq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21895"/>
            <a:ext cx="2286000" cy="3185409"/>
          </a:xfrm>
          <a:prstGeom prst="rect">
            <a:avLst/>
          </a:prstGeom>
        </p:spPr>
      </p:pic>
      <p:pic>
        <p:nvPicPr>
          <p:cNvPr id="6" name="Picture 5" descr="tmpkkpmgd0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7895" y="3200400"/>
            <a:ext cx="3185409" cy="2286000"/>
          </a:xfrm>
          <a:prstGeom prst="rect">
            <a:avLst/>
          </a:prstGeom>
        </p:spPr>
      </p:pic>
      <p:pic>
        <p:nvPicPr>
          <p:cNvPr id="7" name="Picture 6" descr="tmps7hz7ldj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5495" y="3200400"/>
            <a:ext cx="3185409" cy="2286000"/>
          </a:xfrm>
          <a:prstGeom prst="rect">
            <a:avLst/>
          </a:prstGeom>
        </p:spPr>
      </p:pic>
      <p:pic>
        <p:nvPicPr>
          <p:cNvPr id="8" name="Picture 7" descr="tmpw9sans4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579495"/>
            <a:ext cx="2286000" cy="3185409"/>
          </a:xfrm>
          <a:prstGeom prst="rect">
            <a:avLst/>
          </a:prstGeom>
        </p:spPr>
      </p:pic>
      <p:pic>
        <p:nvPicPr>
          <p:cNvPr id="9" name="Picture 8" descr="tmpixrvik2w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7895" y="5943600"/>
            <a:ext cx="3185409" cy="2286000"/>
          </a:xfrm>
          <a:prstGeom prst="rect">
            <a:avLst/>
          </a:prstGeom>
        </p:spPr>
      </p:pic>
      <p:pic>
        <p:nvPicPr>
          <p:cNvPr id="10" name="Picture 9" descr="tmp_ylrh11o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5495" y="5943600"/>
            <a:ext cx="318540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h86zj1n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895" y="457200"/>
            <a:ext cx="3185409" cy="2286000"/>
          </a:xfrm>
          <a:prstGeom prst="rect">
            <a:avLst/>
          </a:prstGeom>
        </p:spPr>
      </p:pic>
      <p:pic>
        <p:nvPicPr>
          <p:cNvPr id="4" name="Picture 3" descr="tmpk3zbw7kq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495" y="457200"/>
            <a:ext cx="3185409" cy="2286000"/>
          </a:xfrm>
          <a:prstGeom prst="rect">
            <a:avLst/>
          </a:prstGeom>
        </p:spPr>
      </p:pic>
      <p:pic>
        <p:nvPicPr>
          <p:cNvPr id="5" name="Picture 4" descr="tmp3uzwuqq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21895"/>
            <a:ext cx="2286000" cy="3185409"/>
          </a:xfrm>
          <a:prstGeom prst="rect">
            <a:avLst/>
          </a:prstGeom>
        </p:spPr>
      </p:pic>
      <p:pic>
        <p:nvPicPr>
          <p:cNvPr id="6" name="Picture 5" descr="tmpfe4vsaa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7895" y="3200400"/>
            <a:ext cx="3185409" cy="2286000"/>
          </a:xfrm>
          <a:prstGeom prst="rect">
            <a:avLst/>
          </a:prstGeom>
        </p:spPr>
      </p:pic>
      <p:pic>
        <p:nvPicPr>
          <p:cNvPr id="7" name="Picture 6" descr="tmp9ylyx8nf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5495" y="3200400"/>
            <a:ext cx="3185409" cy="2286000"/>
          </a:xfrm>
          <a:prstGeom prst="rect">
            <a:avLst/>
          </a:prstGeom>
        </p:spPr>
      </p:pic>
      <p:pic>
        <p:nvPicPr>
          <p:cNvPr id="8" name="Picture 7" descr="tmpyt5i1yd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579495"/>
            <a:ext cx="2286000" cy="3185409"/>
          </a:xfrm>
          <a:prstGeom prst="rect">
            <a:avLst/>
          </a:prstGeom>
        </p:spPr>
      </p:pic>
      <p:pic>
        <p:nvPicPr>
          <p:cNvPr id="9" name="Picture 8" descr="tmpz5pw3we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7895" y="5943600"/>
            <a:ext cx="3185409" cy="2286000"/>
          </a:xfrm>
          <a:prstGeom prst="rect">
            <a:avLst/>
          </a:prstGeom>
        </p:spPr>
      </p:pic>
      <p:pic>
        <p:nvPicPr>
          <p:cNvPr id="10" name="Picture 9" descr="tmpqz6lc21z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5495" y="5943600"/>
            <a:ext cx="318540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8n5ibyq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895" y="457200"/>
            <a:ext cx="3185409" cy="2286000"/>
          </a:xfrm>
          <a:prstGeom prst="rect">
            <a:avLst/>
          </a:prstGeom>
        </p:spPr>
      </p:pic>
      <p:pic>
        <p:nvPicPr>
          <p:cNvPr id="4" name="Picture 3" descr="tmpht_c0jk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495" y="457200"/>
            <a:ext cx="3185409" cy="2286000"/>
          </a:xfrm>
          <a:prstGeom prst="rect">
            <a:avLst/>
          </a:prstGeom>
        </p:spPr>
      </p:pic>
      <p:pic>
        <p:nvPicPr>
          <p:cNvPr id="5" name="Picture 4" descr="tmpskwqp_a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21895"/>
            <a:ext cx="2286000" cy="3185409"/>
          </a:xfrm>
          <a:prstGeom prst="rect">
            <a:avLst/>
          </a:prstGeom>
        </p:spPr>
      </p:pic>
      <p:pic>
        <p:nvPicPr>
          <p:cNvPr id="6" name="Picture 5" descr="tmp1w43jj0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7895" y="3200400"/>
            <a:ext cx="3185409" cy="2286000"/>
          </a:xfrm>
          <a:prstGeom prst="rect">
            <a:avLst/>
          </a:prstGeom>
        </p:spPr>
      </p:pic>
      <p:pic>
        <p:nvPicPr>
          <p:cNvPr id="7" name="Picture 6" descr="tmp_tb04hqw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5495" y="3200400"/>
            <a:ext cx="3185409" cy="2286000"/>
          </a:xfrm>
          <a:prstGeom prst="rect">
            <a:avLst/>
          </a:prstGeom>
        </p:spPr>
      </p:pic>
      <p:pic>
        <p:nvPicPr>
          <p:cNvPr id="8" name="Picture 7" descr="tmphfip7b4i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579495"/>
            <a:ext cx="2286000" cy="3185409"/>
          </a:xfrm>
          <a:prstGeom prst="rect">
            <a:avLst/>
          </a:prstGeom>
        </p:spPr>
      </p:pic>
      <p:pic>
        <p:nvPicPr>
          <p:cNvPr id="9" name="Picture 8" descr="tmplwmvq_k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7895" y="5943600"/>
            <a:ext cx="3185409" cy="2286000"/>
          </a:xfrm>
          <a:prstGeom prst="rect">
            <a:avLst/>
          </a:prstGeom>
        </p:spPr>
      </p:pic>
      <p:pic>
        <p:nvPicPr>
          <p:cNvPr id="10" name="Picture 9" descr="tmp68sim5yw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5495" y="5943600"/>
            <a:ext cx="318540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6nkee2p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895" y="457200"/>
            <a:ext cx="3185409" cy="2286000"/>
          </a:xfrm>
          <a:prstGeom prst="rect">
            <a:avLst/>
          </a:prstGeom>
        </p:spPr>
      </p:pic>
      <p:pic>
        <p:nvPicPr>
          <p:cNvPr id="4" name="Picture 3" descr="tmpu5dy2f0u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495" y="457200"/>
            <a:ext cx="3185409" cy="2286000"/>
          </a:xfrm>
          <a:prstGeom prst="rect">
            <a:avLst/>
          </a:prstGeom>
        </p:spPr>
      </p:pic>
      <p:pic>
        <p:nvPicPr>
          <p:cNvPr id="5" name="Picture 4" descr="tmp1x32_2i_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21895"/>
            <a:ext cx="2286000" cy="3185409"/>
          </a:xfrm>
          <a:prstGeom prst="rect">
            <a:avLst/>
          </a:prstGeom>
        </p:spPr>
      </p:pic>
      <p:pic>
        <p:nvPicPr>
          <p:cNvPr id="6" name="Picture 5" descr="tmpqcdubtp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7895" y="3200400"/>
            <a:ext cx="3185409" cy="2286000"/>
          </a:xfrm>
          <a:prstGeom prst="rect">
            <a:avLst/>
          </a:prstGeom>
        </p:spPr>
      </p:pic>
      <p:pic>
        <p:nvPicPr>
          <p:cNvPr id="7" name="Picture 6" descr="tmp644kbj9p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5495" y="3200400"/>
            <a:ext cx="3185409" cy="2286000"/>
          </a:xfrm>
          <a:prstGeom prst="rect">
            <a:avLst/>
          </a:prstGeom>
        </p:spPr>
      </p:pic>
      <p:pic>
        <p:nvPicPr>
          <p:cNvPr id="8" name="Picture 7" descr="tmpajwhx1ku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579495"/>
            <a:ext cx="2286000" cy="3185409"/>
          </a:xfrm>
          <a:prstGeom prst="rect">
            <a:avLst/>
          </a:prstGeom>
        </p:spPr>
      </p:pic>
      <p:pic>
        <p:nvPicPr>
          <p:cNvPr id="9" name="Picture 8" descr="tmpeah8e6eo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7895" y="5943600"/>
            <a:ext cx="3185409" cy="2286000"/>
          </a:xfrm>
          <a:prstGeom prst="rect">
            <a:avLst/>
          </a:prstGeom>
        </p:spPr>
      </p:pic>
      <p:pic>
        <p:nvPicPr>
          <p:cNvPr id="10" name="Picture 9" descr="tmpr2_ok5yu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5495" y="5943600"/>
            <a:ext cx="318540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h0wx80iq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895" y="457200"/>
            <a:ext cx="3185409" cy="2286000"/>
          </a:xfrm>
          <a:prstGeom prst="rect">
            <a:avLst/>
          </a:prstGeom>
        </p:spPr>
      </p:pic>
      <p:pic>
        <p:nvPicPr>
          <p:cNvPr id="4" name="Picture 3" descr="tmpah82x_ej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495" y="457200"/>
            <a:ext cx="3185409" cy="2286000"/>
          </a:xfrm>
          <a:prstGeom prst="rect">
            <a:avLst/>
          </a:prstGeom>
        </p:spPr>
      </p:pic>
      <p:pic>
        <p:nvPicPr>
          <p:cNvPr id="5" name="Picture 4" descr="tmp1yk2a0j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21895"/>
            <a:ext cx="2286000" cy="3185409"/>
          </a:xfrm>
          <a:prstGeom prst="rect">
            <a:avLst/>
          </a:prstGeom>
        </p:spPr>
      </p:pic>
      <p:pic>
        <p:nvPicPr>
          <p:cNvPr id="6" name="Picture 5" descr="tmp1tx43ty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7895" y="3200400"/>
            <a:ext cx="3185409" cy="2286000"/>
          </a:xfrm>
          <a:prstGeom prst="rect">
            <a:avLst/>
          </a:prstGeom>
        </p:spPr>
      </p:pic>
      <p:pic>
        <p:nvPicPr>
          <p:cNvPr id="7" name="Picture 6" descr="tmpq14yjp4z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5495" y="3200400"/>
            <a:ext cx="3185409" cy="2286000"/>
          </a:xfrm>
          <a:prstGeom prst="rect">
            <a:avLst/>
          </a:prstGeom>
        </p:spPr>
      </p:pic>
      <p:pic>
        <p:nvPicPr>
          <p:cNvPr id="8" name="Picture 7" descr="tmpglu8wavn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579495"/>
            <a:ext cx="2286000" cy="3185409"/>
          </a:xfrm>
          <a:prstGeom prst="rect">
            <a:avLst/>
          </a:prstGeom>
        </p:spPr>
      </p:pic>
      <p:pic>
        <p:nvPicPr>
          <p:cNvPr id="9" name="Picture 8" descr="tmpqcdubtpc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7895" y="5943600"/>
            <a:ext cx="3185409" cy="2286000"/>
          </a:xfrm>
          <a:prstGeom prst="rect">
            <a:avLst/>
          </a:prstGeom>
        </p:spPr>
      </p:pic>
      <p:pic>
        <p:nvPicPr>
          <p:cNvPr id="10" name="Picture 9" descr="tmpdrnwmhu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5495" y="5943600"/>
            <a:ext cx="318540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n65av0b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895" y="457200"/>
            <a:ext cx="3185409" cy="2286000"/>
          </a:xfrm>
          <a:prstGeom prst="rect">
            <a:avLst/>
          </a:prstGeom>
        </p:spPr>
      </p:pic>
      <p:pic>
        <p:nvPicPr>
          <p:cNvPr id="4" name="Picture 3" descr="tmpdw6n0bd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495" y="457200"/>
            <a:ext cx="3185409" cy="2286000"/>
          </a:xfrm>
          <a:prstGeom prst="rect">
            <a:avLst/>
          </a:prstGeom>
        </p:spPr>
      </p:pic>
      <p:pic>
        <p:nvPicPr>
          <p:cNvPr id="5" name="Picture 4" descr="tmpoviiixi_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21895"/>
            <a:ext cx="2286000" cy="3185409"/>
          </a:xfrm>
          <a:prstGeom prst="rect">
            <a:avLst/>
          </a:prstGeom>
        </p:spPr>
      </p:pic>
      <p:pic>
        <p:nvPicPr>
          <p:cNvPr id="6" name="Picture 5" descr="tmpj8so05e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7895" y="3200400"/>
            <a:ext cx="3185409" cy="2286000"/>
          </a:xfrm>
          <a:prstGeom prst="rect">
            <a:avLst/>
          </a:prstGeom>
        </p:spPr>
      </p:pic>
      <p:pic>
        <p:nvPicPr>
          <p:cNvPr id="7" name="Picture 6" descr="tmp5we1kgez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5495" y="3200400"/>
            <a:ext cx="3185409" cy="2286000"/>
          </a:xfrm>
          <a:prstGeom prst="rect">
            <a:avLst/>
          </a:prstGeom>
        </p:spPr>
      </p:pic>
      <p:pic>
        <p:nvPicPr>
          <p:cNvPr id="8" name="Picture 7" descr="tmpadsnw47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579495"/>
            <a:ext cx="2286000" cy="3185409"/>
          </a:xfrm>
          <a:prstGeom prst="rect">
            <a:avLst/>
          </a:prstGeom>
        </p:spPr>
      </p:pic>
      <p:pic>
        <p:nvPicPr>
          <p:cNvPr id="9" name="Picture 8" descr="tmp229wfa2j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7895" y="5943600"/>
            <a:ext cx="3185409" cy="2286000"/>
          </a:xfrm>
          <a:prstGeom prst="rect">
            <a:avLst/>
          </a:prstGeom>
        </p:spPr>
      </p:pic>
      <p:pic>
        <p:nvPicPr>
          <p:cNvPr id="10" name="Picture 9" descr="tmpmcy4p4f5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5495" y="5943600"/>
            <a:ext cx="318540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f2ramrf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895" y="457200"/>
            <a:ext cx="3185409" cy="2286000"/>
          </a:xfrm>
          <a:prstGeom prst="rect">
            <a:avLst/>
          </a:prstGeom>
        </p:spPr>
      </p:pic>
      <p:pic>
        <p:nvPicPr>
          <p:cNvPr id="4" name="Picture 3" descr="tmpu45w2p_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495" y="457200"/>
            <a:ext cx="3185409" cy="2286000"/>
          </a:xfrm>
          <a:prstGeom prst="rect">
            <a:avLst/>
          </a:prstGeom>
        </p:spPr>
      </p:pic>
      <p:pic>
        <p:nvPicPr>
          <p:cNvPr id="5" name="Picture 4" descr="tmpmwl6wz__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21895"/>
            <a:ext cx="2286000" cy="3185409"/>
          </a:xfrm>
          <a:prstGeom prst="rect">
            <a:avLst/>
          </a:prstGeom>
        </p:spPr>
      </p:pic>
      <p:pic>
        <p:nvPicPr>
          <p:cNvPr id="6" name="Picture 5" descr="tmpymjbwycz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7895" y="3200400"/>
            <a:ext cx="3185409" cy="2286000"/>
          </a:xfrm>
          <a:prstGeom prst="rect">
            <a:avLst/>
          </a:prstGeom>
        </p:spPr>
      </p:pic>
      <p:pic>
        <p:nvPicPr>
          <p:cNvPr id="7" name="Picture 6" descr="tmpy7rje4dm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5495" y="3200400"/>
            <a:ext cx="3185409" cy="2286000"/>
          </a:xfrm>
          <a:prstGeom prst="rect">
            <a:avLst/>
          </a:prstGeom>
        </p:spPr>
      </p:pic>
      <p:pic>
        <p:nvPicPr>
          <p:cNvPr id="8" name="Picture 7" descr="tmpqc91r_5c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579495"/>
            <a:ext cx="2286000" cy="3185409"/>
          </a:xfrm>
          <a:prstGeom prst="rect">
            <a:avLst/>
          </a:prstGeom>
        </p:spPr>
      </p:pic>
      <p:pic>
        <p:nvPicPr>
          <p:cNvPr id="9" name="Picture 8" descr="tmphxe4ju4p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7895" y="5943600"/>
            <a:ext cx="3185409" cy="2286000"/>
          </a:xfrm>
          <a:prstGeom prst="rect">
            <a:avLst/>
          </a:prstGeom>
        </p:spPr>
      </p:pic>
      <p:pic>
        <p:nvPicPr>
          <p:cNvPr id="10" name="Picture 9" descr="tmpvob46css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5495" y="5943600"/>
            <a:ext cx="318540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hy2fm5y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895" y="457200"/>
            <a:ext cx="3185409" cy="2286000"/>
          </a:xfrm>
          <a:prstGeom prst="rect">
            <a:avLst/>
          </a:prstGeom>
        </p:spPr>
      </p:pic>
      <p:pic>
        <p:nvPicPr>
          <p:cNvPr id="4" name="Picture 3" descr="tmpiqpwf2k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495" y="457200"/>
            <a:ext cx="3185409" cy="2286000"/>
          </a:xfrm>
          <a:prstGeom prst="rect">
            <a:avLst/>
          </a:prstGeom>
        </p:spPr>
      </p:pic>
      <p:pic>
        <p:nvPicPr>
          <p:cNvPr id="5" name="Picture 4" descr="tmp791j81q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21895"/>
            <a:ext cx="2286000" cy="3185409"/>
          </a:xfrm>
          <a:prstGeom prst="rect">
            <a:avLst/>
          </a:prstGeom>
        </p:spPr>
      </p:pic>
      <p:pic>
        <p:nvPicPr>
          <p:cNvPr id="6" name="Picture 5" descr="tmptlx5szd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7895" y="3200400"/>
            <a:ext cx="3185409" cy="2286000"/>
          </a:xfrm>
          <a:prstGeom prst="rect">
            <a:avLst/>
          </a:prstGeom>
        </p:spPr>
      </p:pic>
      <p:pic>
        <p:nvPicPr>
          <p:cNvPr id="7" name="Picture 6" descr="tmp2x9ua21h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5495" y="3200400"/>
            <a:ext cx="3185409" cy="2286000"/>
          </a:xfrm>
          <a:prstGeom prst="rect">
            <a:avLst/>
          </a:prstGeom>
        </p:spPr>
      </p:pic>
      <p:pic>
        <p:nvPicPr>
          <p:cNvPr id="8" name="Picture 7" descr="tmp6o6ak_w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579495"/>
            <a:ext cx="2286000" cy="3185409"/>
          </a:xfrm>
          <a:prstGeom prst="rect">
            <a:avLst/>
          </a:prstGeom>
        </p:spPr>
      </p:pic>
      <p:pic>
        <p:nvPicPr>
          <p:cNvPr id="9" name="Picture 8" descr="tmptbckex_r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7895" y="5943600"/>
            <a:ext cx="3185409" cy="2286000"/>
          </a:xfrm>
          <a:prstGeom prst="rect">
            <a:avLst/>
          </a:prstGeom>
        </p:spPr>
      </p:pic>
      <p:pic>
        <p:nvPicPr>
          <p:cNvPr id="10" name="Picture 9" descr="tmplbfpvmj6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5495" y="5943600"/>
            <a:ext cx="318540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t87ns1c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895" y="457200"/>
            <a:ext cx="3185409" cy="2286000"/>
          </a:xfrm>
          <a:prstGeom prst="rect">
            <a:avLst/>
          </a:prstGeom>
        </p:spPr>
      </p:pic>
      <p:pic>
        <p:nvPicPr>
          <p:cNvPr id="4" name="Picture 3" descr="tmpearkhkl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495" y="457200"/>
            <a:ext cx="3185409" cy="2286000"/>
          </a:xfrm>
          <a:prstGeom prst="rect">
            <a:avLst/>
          </a:prstGeom>
        </p:spPr>
      </p:pic>
      <p:pic>
        <p:nvPicPr>
          <p:cNvPr id="5" name="Picture 4" descr="tmp6ob62rex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21895"/>
            <a:ext cx="2286000" cy="3185409"/>
          </a:xfrm>
          <a:prstGeom prst="rect">
            <a:avLst/>
          </a:prstGeom>
        </p:spPr>
      </p:pic>
      <p:pic>
        <p:nvPicPr>
          <p:cNvPr id="6" name="Picture 5" descr="tmpqio0xmr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7895" y="3200400"/>
            <a:ext cx="3185409" cy="2286000"/>
          </a:xfrm>
          <a:prstGeom prst="rect">
            <a:avLst/>
          </a:prstGeom>
        </p:spPr>
      </p:pic>
      <p:pic>
        <p:nvPicPr>
          <p:cNvPr id="7" name="Picture 6" descr="tmp8aqs_elj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5495" y="3200400"/>
            <a:ext cx="3185409" cy="2286000"/>
          </a:xfrm>
          <a:prstGeom prst="rect">
            <a:avLst/>
          </a:prstGeom>
        </p:spPr>
      </p:pic>
      <p:pic>
        <p:nvPicPr>
          <p:cNvPr id="8" name="Picture 7" descr="tmpleqxc8s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579495"/>
            <a:ext cx="2286000" cy="3185409"/>
          </a:xfrm>
          <a:prstGeom prst="rect">
            <a:avLst/>
          </a:prstGeom>
        </p:spPr>
      </p:pic>
      <p:pic>
        <p:nvPicPr>
          <p:cNvPr id="9" name="Picture 8" descr="tmpo5ml_t7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7895" y="5943600"/>
            <a:ext cx="3185409" cy="2286000"/>
          </a:xfrm>
          <a:prstGeom prst="rect">
            <a:avLst/>
          </a:prstGeom>
        </p:spPr>
      </p:pic>
      <p:pic>
        <p:nvPicPr>
          <p:cNvPr id="10" name="Picture 9" descr="tmpmx3_c5mw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5495" y="5943600"/>
            <a:ext cx="318540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dy5vp_s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895" y="457200"/>
            <a:ext cx="3185409" cy="2286000"/>
          </a:xfrm>
          <a:prstGeom prst="rect">
            <a:avLst/>
          </a:prstGeom>
        </p:spPr>
      </p:pic>
      <p:pic>
        <p:nvPicPr>
          <p:cNvPr id="4" name="Picture 3" descr="tmpxt41aql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495" y="457200"/>
            <a:ext cx="3185409" cy="2286000"/>
          </a:xfrm>
          <a:prstGeom prst="rect">
            <a:avLst/>
          </a:prstGeom>
        </p:spPr>
      </p:pic>
      <p:pic>
        <p:nvPicPr>
          <p:cNvPr id="5" name="Picture 4" descr="tmplmrdu5u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21895"/>
            <a:ext cx="2286000" cy="3185409"/>
          </a:xfrm>
          <a:prstGeom prst="rect">
            <a:avLst/>
          </a:prstGeom>
        </p:spPr>
      </p:pic>
      <p:pic>
        <p:nvPicPr>
          <p:cNvPr id="6" name="Picture 5" descr="tmp_wb2i0i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7895" y="3200400"/>
            <a:ext cx="3185409" cy="2286000"/>
          </a:xfrm>
          <a:prstGeom prst="rect">
            <a:avLst/>
          </a:prstGeom>
        </p:spPr>
      </p:pic>
      <p:pic>
        <p:nvPicPr>
          <p:cNvPr id="7" name="Picture 6" descr="tmp9bsl14fu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5495" y="3200400"/>
            <a:ext cx="3185409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