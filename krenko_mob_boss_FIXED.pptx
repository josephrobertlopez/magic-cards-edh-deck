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image" Target="../media/image18.jpg"/><Relationship Id="rId9" Type="http://schemas.openxmlformats.org/officeDocument/2006/relationships/image" Target="../media/image1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25.jp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31.jpg"/><Relationship Id="rId9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Relationship Id="rId8" Type="http://schemas.openxmlformats.org/officeDocument/2006/relationships/image" Target="../media/image57.jpg"/><Relationship Id="rId9" Type="http://schemas.openxmlformats.org/officeDocument/2006/relationships/image" Target="../media/image5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jpg"/><Relationship Id="rId4" Type="http://schemas.openxmlformats.org/officeDocument/2006/relationships/image" Target="../media/image61.jpg"/><Relationship Id="rId5" Type="http://schemas.openxmlformats.org/officeDocument/2006/relationships/image" Target="../media/image62.jpg"/><Relationship Id="rId6" Type="http://schemas.openxmlformats.org/officeDocument/2006/relationships/image" Target="../media/image63.jpg"/><Relationship Id="rId7" Type="http://schemas.openxmlformats.org/officeDocument/2006/relationships/image" Target="../media/image64.jpg"/><Relationship Id="rId8" Type="http://schemas.openxmlformats.org/officeDocument/2006/relationships/image" Target="../media/image65.jpg"/><Relationship Id="rId9" Type="http://schemas.openxmlformats.org/officeDocument/2006/relationships/image" Target="../media/image6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Relationship Id="rId8" Type="http://schemas.openxmlformats.org/officeDocument/2006/relationships/image" Target="../media/image73.jpg"/><Relationship Id="rId9" Type="http://schemas.openxmlformats.org/officeDocument/2006/relationships/image" Target="../media/image7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image" Target="../media/image76.jpg"/><Relationship Id="rId4" Type="http://schemas.openxmlformats.org/officeDocument/2006/relationships/image" Target="../media/image77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i3kxce2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626g9nz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626g9nz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626g9nz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626g9nz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626g9nz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rr_97o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_v19c2k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01hrh2i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f34vxwt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wa9umb7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3u2yq11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nxarg1d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5gfh6w4m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7mjhyod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wxqhgje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pm6fpv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gzljr5q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kohez0i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h6iew8x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rjqwj39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yl7cz61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w_8lu2b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ql48v6k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dhwe7jv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gji0t7u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osg03q_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au191ov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xpbzhsf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jzpma0k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sm0pd7s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zfcwix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8_qb7bt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fkup41o_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4jvrvp4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qwvaq3o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ff3b4xvg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7np7caq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hgo5fot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iieecdy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n_kn7ga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cosjsft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ahzgw5j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ih2m82j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yd2nyuz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4jvrvp4x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ghs4zwk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vkju188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wx0sotd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oiuumx4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u70903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ggo_sax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0md984cv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s0btx6s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a1968xqq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lp9tx4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i_pelm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dapfyku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i2go0q0j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m2lv_zv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8_kj2p5z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g0fb9zl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8uk6qh0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c3qomve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m1gda61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o1wj27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kmhikap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j0zil9k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k1dngmt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_2tey48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keu_8mv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64q42m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aroia0b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0h8zzw4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wf5b55x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ewfd0m8h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  <p:pic>
        <p:nvPicPr>
          <p:cNvPr id="7" name="Picture 6" descr="tmp4idz12d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756534"/>
            <a:ext cx="2286000" cy="3185409"/>
          </a:xfrm>
          <a:prstGeom prst="rect">
            <a:avLst/>
          </a:prstGeom>
        </p:spPr>
      </p:pic>
      <p:pic>
        <p:nvPicPr>
          <p:cNvPr id="8" name="Picture 7" descr="tmplite2fpi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575" y="5257800"/>
            <a:ext cx="3185409" cy="2286000"/>
          </a:xfrm>
          <a:prstGeom prst="rect">
            <a:avLst/>
          </a:prstGeom>
        </p:spPr>
      </p:pic>
      <p:pic>
        <p:nvPicPr>
          <p:cNvPr id="9" name="Picture 8" descr="tmpuc31ixc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295" y="52578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g6m23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36095"/>
            <a:ext cx="2286000" cy="3185409"/>
          </a:xfrm>
          <a:prstGeom prst="rect">
            <a:avLst/>
          </a:prstGeom>
        </p:spPr>
      </p:pic>
      <p:pic>
        <p:nvPicPr>
          <p:cNvPr id="3" name="Picture 2" descr="tmpu8_ebh3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575" y="228600"/>
            <a:ext cx="3185409" cy="2286000"/>
          </a:xfrm>
          <a:prstGeom prst="rect">
            <a:avLst/>
          </a:prstGeom>
        </p:spPr>
      </p:pic>
      <p:pic>
        <p:nvPicPr>
          <p:cNvPr id="4" name="Picture 3" descr="tmpiq7z1h_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295" y="228600"/>
            <a:ext cx="3185409" cy="2286000"/>
          </a:xfrm>
          <a:prstGeom prst="rect">
            <a:avLst/>
          </a:prstGeom>
        </p:spPr>
      </p:pic>
      <p:pic>
        <p:nvPicPr>
          <p:cNvPr id="5" name="Picture 4" descr="tmpu6n_jxp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3575" y="2743200"/>
            <a:ext cx="3185409" cy="2286000"/>
          </a:xfrm>
          <a:prstGeom prst="rect">
            <a:avLst/>
          </a:prstGeom>
        </p:spPr>
      </p:pic>
      <p:pic>
        <p:nvPicPr>
          <p:cNvPr id="6" name="Picture 5" descr="tmptstug4o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295" y="274320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