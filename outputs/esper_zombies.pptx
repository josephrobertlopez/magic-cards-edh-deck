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Relationship Id="rId9" Type="http://schemas.openxmlformats.org/officeDocument/2006/relationships/image" Target="../media/image7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Abandoned_Sarcophag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Accursed_Duney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Angel_of_the_God-Pharao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Anointer_Prie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Approach_of_the_Second_Su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Arcane_Sanctu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Binding_Mummy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Bone_Mis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Bontus_Monu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Cellar_Do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Command_Tow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Crowded_Cryp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Cryptbreak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Cryptcaller_Chario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Curator_of_Mysterie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Cursecloth_Wrapping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Desert_of_the_Glorifi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Desert_of_the_Mindfu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Desert_of_the_Tru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Dovins_Vet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Dreadhorde_Invasi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Dunes_of_the_De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Embalmers_Tool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Enter_the_God-Eternal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Esper_Ch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Faith_of_the_Devo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Farm____Mark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Forlorn_Flat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Frantic_Search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Gate_to_the_Afterlif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Ghostly_Pilfer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Gleaming_Overse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God-Pharaohs_G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Hashaton,_Scarabs_F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Hollow_O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Hour_of_Eternit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Hour_of_Victor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In_Oketras_Nam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Irrigated_Farmlan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Lay_Bare_the_Hear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Lazotep_Pla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Lazotep_Quar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Ledger_Shre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Lost_Monarch_of_Ifn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Miasmic_Mumm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Monument_to_Enduranc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Mummy_Paramoun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Nimble_Obstructionis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Obelisk_of_U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Oketras_Attend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On_Wings_of_Go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Path_of_Ancestr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Prophet_of_the_Scara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Pull_from_Tomorro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Raffine,_Scheming_Se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Renewed_Solidarity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Rhet-Tomb_Mys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Rites_of_Refus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Sacred_Excav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Shadow_of_the_Grav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Shefet_Dun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Sol_R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Sphinx_of_the_Second_Su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Supreme_Verdic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Talisman_of_Domi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Talisman_of_Hierarc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Talisman_of_Progres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Temmet,_Naktamuns_Wil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Temmet,_Vizier_of_Naktamu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The_Scarab_Go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Time_to_Reflec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Tivit,_Seller_of_Secrets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Tragic_Les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Trueheart_Due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Unburde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  <p:pic>
        <p:nvPicPr>
          <p:cNvPr id="5" name="Picture 4" descr="temp_rotated_Unconventional_Tactic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2607115"/>
            <a:ext cx="3246120" cy="2329568"/>
          </a:xfrm>
          <a:prstGeom prst="rect">
            <a:avLst/>
          </a:prstGeom>
        </p:spPr>
      </p:pic>
      <p:pic>
        <p:nvPicPr>
          <p:cNvPr id="6" name="Picture 5" descr="temp_rotated_Unraveling_Mumm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121715"/>
            <a:ext cx="3246120" cy="2329568"/>
          </a:xfrm>
          <a:prstGeom prst="rect">
            <a:avLst/>
          </a:prstGeom>
        </p:spPr>
      </p:pic>
      <p:pic>
        <p:nvPicPr>
          <p:cNvPr id="7" name="Picture 6" descr="temp_rotated_Vanquishers_Bann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5121715"/>
            <a:ext cx="3246120" cy="2329568"/>
          </a:xfrm>
          <a:prstGeom prst="rect">
            <a:avLst/>
          </a:prstGeom>
        </p:spPr>
      </p:pic>
      <p:pic>
        <p:nvPicPr>
          <p:cNvPr id="8" name="Picture 7" descr="temp_rotated_Vizier_of_Many_Face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7636315"/>
            <a:ext cx="3246120" cy="2329568"/>
          </a:xfrm>
          <a:prstGeom prst="rect">
            <a:avLst/>
          </a:prstGeom>
        </p:spPr>
      </p:pic>
      <p:pic>
        <p:nvPicPr>
          <p:cNvPr id="9" name="Picture 8" descr="temp_rotated_Vizier_of_the_Scorpion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7639" y="76363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Void_R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2515"/>
            <a:ext cx="3246120" cy="2329568"/>
          </a:xfrm>
          <a:prstGeom prst="rect">
            <a:avLst/>
          </a:prstGeom>
        </p:spPr>
      </p:pic>
      <p:pic>
        <p:nvPicPr>
          <p:cNvPr id="3" name="Picture 2" descr="temp_rotated_Wayward_Serv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92515"/>
            <a:ext cx="3246120" cy="2329568"/>
          </a:xfrm>
          <a:prstGeom prst="rect">
            <a:avLst/>
          </a:prstGeom>
        </p:spPr>
      </p:pic>
      <p:pic>
        <p:nvPicPr>
          <p:cNvPr id="4" name="Picture 3" descr="temp_rotated_Winged_Shephe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7115"/>
            <a:ext cx="3246120" cy="2329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