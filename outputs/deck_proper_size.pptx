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1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3.jpg"/><Relationship Id="rId9" Type="http://schemas.openxmlformats.org/officeDocument/2006/relationships/image" Target="../media/image2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31.jpg"/><Relationship Id="rId9" Type="http://schemas.openxmlformats.org/officeDocument/2006/relationships/image" Target="../media/image3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4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47.jpg"/><Relationship Id="rId9" Type="http://schemas.openxmlformats.org/officeDocument/2006/relationships/image" Target="../media/image4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54.jpg"/><Relationship Id="rId8" Type="http://schemas.openxmlformats.org/officeDocument/2006/relationships/image" Target="../media/image55.jpg"/><Relationship Id="rId9" Type="http://schemas.openxmlformats.org/officeDocument/2006/relationships/image" Target="../media/image5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image" Target="../media/image58.jpg"/><Relationship Id="rId4" Type="http://schemas.openxmlformats.org/officeDocument/2006/relationships/image" Target="../media/image59.jpg"/><Relationship Id="rId5" Type="http://schemas.openxmlformats.org/officeDocument/2006/relationships/image" Target="../media/image60.jpg"/><Relationship Id="rId6" Type="http://schemas.openxmlformats.org/officeDocument/2006/relationships/image" Target="../media/image61.jp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Relationship Id="rId4" Type="http://schemas.openxmlformats.org/officeDocument/2006/relationships/image" Target="../media/image67.jpg"/><Relationship Id="rId5" Type="http://schemas.openxmlformats.org/officeDocument/2006/relationships/image" Target="../media/image68.jpg"/><Relationship Id="rId6" Type="http://schemas.openxmlformats.org/officeDocument/2006/relationships/image" Target="../media/image69.jpg"/><Relationship Id="rId7" Type="http://schemas.openxmlformats.org/officeDocument/2006/relationships/image" Target="../media/image70.jpg"/><Relationship Id="rId8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Abunas_Cha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480" y="-284327"/>
            <a:ext cx="2327584" cy="3243354"/>
          </a:xfrm>
          <a:prstGeom prst="rect">
            <a:avLst/>
          </a:prstGeom>
        </p:spPr>
      </p:pic>
      <p:pic>
        <p:nvPicPr>
          <p:cNvPr id="4" name="Picture 3" descr="Abzan_Falcon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161" y="-280798"/>
            <a:ext cx="2309601" cy="3218296"/>
          </a:xfrm>
          <a:prstGeom prst="rect">
            <a:avLst/>
          </a:prstGeom>
        </p:spPr>
      </p:pic>
      <p:pic>
        <p:nvPicPr>
          <p:cNvPr id="5" name="Picture 4" descr="Ajani,_the_Greatheart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616" y="-224155"/>
            <a:ext cx="2277300" cy="3173286"/>
          </a:xfrm>
          <a:prstGeom prst="rect">
            <a:avLst/>
          </a:prstGeom>
        </p:spPr>
      </p:pic>
      <p:pic>
        <p:nvPicPr>
          <p:cNvPr id="6" name="Picture 5" descr="Amorphous_Ax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7" name="Picture 6" descr="Amulet_of_Safekeepi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125" y="201644"/>
            <a:ext cx="2327576" cy="3243343"/>
          </a:xfrm>
          <a:prstGeom prst="rect">
            <a:avLst/>
          </a:prstGeom>
        </p:spPr>
      </p:pic>
      <p:pic>
        <p:nvPicPr>
          <p:cNvPr id="8" name="Picture 7" descr="Ancient_Adamantois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9" name="Picture 8" descr="Anthem_of_Champion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117" y="227572"/>
            <a:ext cx="2327584" cy="3243354"/>
          </a:xfrm>
          <a:prstGeom prst="rect">
            <a:avLst/>
          </a:prstGeom>
        </p:spPr>
      </p:pic>
      <p:pic>
        <p:nvPicPr>
          <p:cNvPr id="10" name="Picture 9" descr="Beast_Whisperer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391" y="4177544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ehemoth_Sled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480" y="-284327"/>
            <a:ext cx="2327584" cy="3243354"/>
          </a:xfrm>
          <a:prstGeom prst="rect">
            <a:avLst/>
          </a:prstGeom>
        </p:spPr>
      </p:pic>
      <p:pic>
        <p:nvPicPr>
          <p:cNvPr id="4" name="Picture 3" descr="Botanical_Brawl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161" y="-280798"/>
            <a:ext cx="2309601" cy="3218296"/>
          </a:xfrm>
          <a:prstGeom prst="rect">
            <a:avLst/>
          </a:prstGeom>
        </p:spPr>
      </p:pic>
      <p:pic>
        <p:nvPicPr>
          <p:cNvPr id="5" name="Picture 4" descr="Branching_Evolu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616" y="-224155"/>
            <a:ext cx="2277300" cy="3173286"/>
          </a:xfrm>
          <a:prstGeom prst="rect">
            <a:avLst/>
          </a:prstGeom>
        </p:spPr>
      </p:pic>
      <p:pic>
        <p:nvPicPr>
          <p:cNvPr id="6" name="Picture 5" descr="Champion_of_Lambhol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7" name="Picture 6" descr="Conclave_Mento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125" y="201644"/>
            <a:ext cx="2327576" cy="3243343"/>
          </a:xfrm>
          <a:prstGeom prst="rect">
            <a:avLst/>
          </a:prstGeom>
        </p:spPr>
      </p:pic>
      <p:pic>
        <p:nvPicPr>
          <p:cNvPr id="8" name="Picture 7" descr="Cultivat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9" name="Picture 8" descr="Damning_Verdic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117" y="227572"/>
            <a:ext cx="2327584" cy="3243354"/>
          </a:xfrm>
          <a:prstGeom prst="rect">
            <a:avLst/>
          </a:prstGeom>
        </p:spPr>
      </p:pic>
      <p:pic>
        <p:nvPicPr>
          <p:cNvPr id="10" name="Picture 9" descr="Deafening_Silenc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391" y="4177544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Duskshell_Crawl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480" y="-284327"/>
            <a:ext cx="2327584" cy="3243354"/>
          </a:xfrm>
          <a:prstGeom prst="rect">
            <a:avLst/>
          </a:prstGeom>
        </p:spPr>
      </p:pic>
      <p:pic>
        <p:nvPicPr>
          <p:cNvPr id="4" name="Picture 3" descr="Expl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161" y="-280798"/>
            <a:ext cx="2309601" cy="3218296"/>
          </a:xfrm>
          <a:prstGeom prst="rect">
            <a:avLst/>
          </a:prstGeom>
        </p:spPr>
      </p:pic>
      <p:pic>
        <p:nvPicPr>
          <p:cNvPr id="5" name="Picture 4" descr="Explorers_Cach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616" y="-224155"/>
            <a:ext cx="2277300" cy="3173286"/>
          </a:xfrm>
          <a:prstGeom prst="rect">
            <a:avLst/>
          </a:prstGeom>
        </p:spPr>
      </p:pic>
      <p:pic>
        <p:nvPicPr>
          <p:cNvPr id="6" name="Picture 5" descr="Family_Reuni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7" name="Picture 6" descr="Felidar_Retrea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125" y="201644"/>
            <a:ext cx="2327576" cy="3243343"/>
          </a:xfrm>
          <a:prstGeom prst="rect">
            <a:avLst/>
          </a:prstGeom>
        </p:spPr>
      </p:pic>
      <p:pic>
        <p:nvPicPr>
          <p:cNvPr id="8" name="Picture 7" descr="Feline_Sovereig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9" name="Picture 8" descr="Forgotten_Ancien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117" y="227572"/>
            <a:ext cx="2327584" cy="3243354"/>
          </a:xfrm>
          <a:prstGeom prst="rect">
            <a:avLst/>
          </a:prstGeom>
        </p:spPr>
      </p:pic>
      <p:pic>
        <p:nvPicPr>
          <p:cNvPr id="10" name="Picture 9" descr="Gaeas_Gif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391" y="4177544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Gift_of_the_Vi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480" y="-284327"/>
            <a:ext cx="2327584" cy="3243354"/>
          </a:xfrm>
          <a:prstGeom prst="rect">
            <a:avLst/>
          </a:prstGeom>
        </p:spPr>
      </p:pic>
      <p:pic>
        <p:nvPicPr>
          <p:cNvPr id="4" name="Picture 3" descr="Good-Fortune_Unicor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161" y="-280798"/>
            <a:ext cx="2309601" cy="3218296"/>
          </a:xfrm>
          <a:prstGeom prst="rect">
            <a:avLst/>
          </a:prstGeom>
        </p:spPr>
      </p:pic>
      <p:pic>
        <p:nvPicPr>
          <p:cNvPr id="5" name="Picture 4" descr="Haliya,_Ascendant_Cad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616" y="-224155"/>
            <a:ext cx="2277300" cy="3173286"/>
          </a:xfrm>
          <a:prstGeom prst="rect">
            <a:avLst/>
          </a:prstGeom>
        </p:spPr>
      </p:pic>
      <p:pic>
        <p:nvPicPr>
          <p:cNvPr id="6" name="Picture 5" descr="Hamza,_Guardian_of_Arash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7" name="Picture 6" descr="Hardened_Scale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125" y="201644"/>
            <a:ext cx="2327576" cy="3243343"/>
          </a:xfrm>
          <a:prstGeom prst="rect">
            <a:avLst/>
          </a:prstGeom>
        </p:spPr>
      </p:pic>
      <p:pic>
        <p:nvPicPr>
          <p:cNvPr id="8" name="Picture 7" descr="Harmoniz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9" name="Picture 8" descr="Helpful_Hunte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117" y="227572"/>
            <a:ext cx="2327584" cy="3243354"/>
          </a:xfrm>
          <a:prstGeom prst="rect">
            <a:avLst/>
          </a:prstGeom>
        </p:spPr>
      </p:pic>
      <p:pic>
        <p:nvPicPr>
          <p:cNvPr id="10" name="Picture 9" descr="Helping_Hand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391" y="4177544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Inspiring_C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480" y="-284327"/>
            <a:ext cx="2327584" cy="3243354"/>
          </a:xfrm>
          <a:prstGeom prst="rect">
            <a:avLst/>
          </a:prstGeom>
        </p:spPr>
      </p:pic>
      <p:pic>
        <p:nvPicPr>
          <p:cNvPr id="4" name="Picture 3" descr="Ironpaw_Aspira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161" y="-280798"/>
            <a:ext cx="2309601" cy="3218296"/>
          </a:xfrm>
          <a:prstGeom prst="rect">
            <a:avLst/>
          </a:prstGeom>
        </p:spPr>
      </p:pic>
      <p:pic>
        <p:nvPicPr>
          <p:cNvPr id="5" name="Picture 4" descr="Kami_of_Whispered_Hop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616" y="-224155"/>
            <a:ext cx="2277300" cy="3173286"/>
          </a:xfrm>
          <a:prstGeom prst="rect">
            <a:avLst/>
          </a:prstGeom>
        </p:spPr>
      </p:pic>
      <p:pic>
        <p:nvPicPr>
          <p:cNvPr id="6" name="Picture 5" descr="Kutzil,_Malamet_Exempla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7" name="Picture 6" descr="Lifecrafters_Bestiar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125" y="201644"/>
            <a:ext cx="2327576" cy="3243343"/>
          </a:xfrm>
          <a:prstGeom prst="rect">
            <a:avLst/>
          </a:prstGeom>
        </p:spPr>
      </p:pic>
      <p:pic>
        <p:nvPicPr>
          <p:cNvPr id="8" name="Picture 7" descr="Loyal_Guardia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9" name="Picture 8" descr="Malamet_Scyth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117" y="227572"/>
            <a:ext cx="2327584" cy="3243354"/>
          </a:xfrm>
          <a:prstGeom prst="rect">
            <a:avLst/>
          </a:prstGeom>
        </p:spPr>
      </p:pic>
      <p:pic>
        <p:nvPicPr>
          <p:cNvPr id="10" name="Picture 9" descr="Managorger_Hydra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391" y="4177544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Mikaeus,_the_Lun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480" y="-284327"/>
            <a:ext cx="2327584" cy="3243354"/>
          </a:xfrm>
          <a:prstGeom prst="rect">
            <a:avLst/>
          </a:prstGeom>
        </p:spPr>
      </p:pic>
      <p:pic>
        <p:nvPicPr>
          <p:cNvPr id="4" name="Picture 3" descr="Mirri,_Weatherlight_Dueli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161" y="-280798"/>
            <a:ext cx="2309601" cy="3218296"/>
          </a:xfrm>
          <a:prstGeom prst="rect">
            <a:avLst/>
          </a:prstGeom>
        </p:spPr>
      </p:pic>
      <p:pic>
        <p:nvPicPr>
          <p:cNvPr id="5" name="Picture 4" descr="Natures_Clai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616" y="-224155"/>
            <a:ext cx="2277300" cy="3173286"/>
          </a:xfrm>
          <a:prstGeom prst="rect">
            <a:avLst/>
          </a:prstGeom>
        </p:spPr>
      </p:pic>
      <p:pic>
        <p:nvPicPr>
          <p:cNvPr id="6" name="Picture 5" descr="Natures_Lo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7" name="Picture 6" descr="Over_the_Ed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125" y="201644"/>
            <a:ext cx="2327576" cy="3243343"/>
          </a:xfrm>
          <a:prstGeom prst="rect">
            <a:avLst/>
          </a:prstGeom>
        </p:spPr>
      </p:pic>
      <p:pic>
        <p:nvPicPr>
          <p:cNvPr id="8" name="Picture 7" descr="Pledge_of_Unity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9" name="Picture 8" descr="Pridemalki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117" y="227572"/>
            <a:ext cx="2327584" cy="3243354"/>
          </a:xfrm>
          <a:prstGeom prst="rect">
            <a:avLst/>
          </a:prstGeom>
        </p:spPr>
      </p:pic>
      <p:pic>
        <p:nvPicPr>
          <p:cNvPr id="10" name="Picture 9" descr="Qasali_Pride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391" y="4177544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Rampant_Grow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480" y="-284327"/>
            <a:ext cx="2327584" cy="3243354"/>
          </a:xfrm>
          <a:prstGeom prst="rect">
            <a:avLst/>
          </a:prstGeom>
        </p:spPr>
      </p:pic>
      <p:pic>
        <p:nvPicPr>
          <p:cNvPr id="4" name="Picture 3" descr="Ranc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161" y="-280798"/>
            <a:ext cx="2309601" cy="3218296"/>
          </a:xfrm>
          <a:prstGeom prst="rect">
            <a:avLst/>
          </a:prstGeom>
        </p:spPr>
      </p:pic>
      <p:pic>
        <p:nvPicPr>
          <p:cNvPr id="5" name="Picture 4" descr="Renata,_Called_to_the_Hu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616" y="-224155"/>
            <a:ext cx="2277300" cy="3173286"/>
          </a:xfrm>
          <a:prstGeom prst="rect">
            <a:avLst/>
          </a:prstGeom>
        </p:spPr>
      </p:pic>
      <p:pic>
        <p:nvPicPr>
          <p:cNvPr id="6" name="Picture 5" descr="Repriev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7" name="Picture 6" descr="Requisition_Rai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125" y="201644"/>
            <a:ext cx="2327576" cy="3243343"/>
          </a:xfrm>
          <a:prstGeom prst="rect">
            <a:avLst/>
          </a:prstGeom>
        </p:spPr>
      </p:pic>
      <p:pic>
        <p:nvPicPr>
          <p:cNvPr id="8" name="Picture 7" descr="Return_of_the_Wildspeak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9" name="Picture 8" descr="Return_to_Natur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117" y="227572"/>
            <a:ext cx="2327584" cy="3243354"/>
          </a:xfrm>
          <a:prstGeom prst="rect">
            <a:avLst/>
          </a:prstGeom>
        </p:spPr>
      </p:pic>
      <p:pic>
        <p:nvPicPr>
          <p:cNvPr id="10" name="Picture 9" descr="Rishkar,_Peema_Renegad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391" y="4177544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cavenging_Ooz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480" y="-284327"/>
            <a:ext cx="2327584" cy="3243354"/>
          </a:xfrm>
          <a:prstGeom prst="rect">
            <a:avLst/>
          </a:prstGeom>
        </p:spPr>
      </p:pic>
      <p:pic>
        <p:nvPicPr>
          <p:cNvPr id="4" name="Picture 3" descr="Shalai,_Voice_of_Plen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161" y="-280798"/>
            <a:ext cx="2309601" cy="3218296"/>
          </a:xfrm>
          <a:prstGeom prst="rect">
            <a:avLst/>
          </a:prstGeom>
        </p:spPr>
      </p:pic>
      <p:pic>
        <p:nvPicPr>
          <p:cNvPr id="5" name="Picture 4" descr="Skyhunter_Strike_For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616" y="-224155"/>
            <a:ext cx="2277300" cy="3173286"/>
          </a:xfrm>
          <a:prstGeom prst="rect">
            <a:avLst/>
          </a:prstGeom>
        </p:spPr>
      </p:pic>
      <p:pic>
        <p:nvPicPr>
          <p:cNvPr id="6" name="Picture 5" descr="Skyknight_Squi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7" name="Picture 6" descr="Skyshroud_Claim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125" y="201644"/>
            <a:ext cx="2327576" cy="3243343"/>
          </a:xfrm>
          <a:prstGeom prst="rect">
            <a:avLst/>
          </a:prstGeom>
        </p:spPr>
      </p:pic>
      <p:pic>
        <p:nvPicPr>
          <p:cNvPr id="8" name="Picture 7" descr="Snakeskin_Vei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9" name="Picture 8" descr="Sol_Ring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117" y="227572"/>
            <a:ext cx="2327584" cy="3243354"/>
          </a:xfrm>
          <a:prstGeom prst="rect">
            <a:avLst/>
          </a:prstGeom>
        </p:spPr>
      </p:pic>
      <p:pic>
        <p:nvPicPr>
          <p:cNvPr id="10" name="Picture 9" descr="Sovereign_Okinec_Ahau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391" y="4177544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pear_of_Heli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480" y="-284327"/>
            <a:ext cx="2327584" cy="3243354"/>
          </a:xfrm>
          <a:prstGeom prst="rect">
            <a:avLst/>
          </a:prstGeom>
        </p:spPr>
      </p:pic>
      <p:pic>
        <p:nvPicPr>
          <p:cNvPr id="4" name="Picture 3" descr="Stroke_of_Midn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161" y="-280798"/>
            <a:ext cx="2309601" cy="3218296"/>
          </a:xfrm>
          <a:prstGeom prst="rect">
            <a:avLst/>
          </a:prstGeom>
        </p:spPr>
      </p:pic>
      <p:pic>
        <p:nvPicPr>
          <p:cNvPr id="5" name="Picture 4" descr="Swiftfoot_Boot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616" y="-224155"/>
            <a:ext cx="2277300" cy="3173286"/>
          </a:xfrm>
          <a:prstGeom prst="rect">
            <a:avLst/>
          </a:prstGeom>
        </p:spPr>
      </p:pic>
      <p:pic>
        <p:nvPicPr>
          <p:cNvPr id="6" name="Picture 5" descr="Swords_to_Plowshar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7" name="Picture 6" descr="Unbreakable_Formatio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125" y="201644"/>
            <a:ext cx="2327576" cy="3243343"/>
          </a:xfrm>
          <a:prstGeom prst="rect">
            <a:avLst/>
          </a:prstGeom>
        </p:spPr>
      </p:pic>
      <p:pic>
        <p:nvPicPr>
          <p:cNvPr id="8" name="Picture 7" descr="Unnatural_Growt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9" name="Picture 8" descr="Wild_Growth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117" y="227572"/>
            <a:ext cx="2327584" cy="32433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