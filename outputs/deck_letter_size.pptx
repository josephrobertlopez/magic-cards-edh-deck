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Relationship Id="rId8" Type="http://schemas.openxmlformats.org/officeDocument/2006/relationships/image" Target="../media/image15.jpg"/><Relationship Id="rId9" Type="http://schemas.openxmlformats.org/officeDocument/2006/relationships/image" Target="../media/image1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image" Target="../media/image21.jpg"/><Relationship Id="rId7" Type="http://schemas.openxmlformats.org/officeDocument/2006/relationships/image" Target="../media/image22.jpg"/><Relationship Id="rId8" Type="http://schemas.openxmlformats.org/officeDocument/2006/relationships/image" Target="../media/image23.jpg"/><Relationship Id="rId9" Type="http://schemas.openxmlformats.org/officeDocument/2006/relationships/image" Target="../media/image2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image" Target="../media/image30.jpg"/><Relationship Id="rId8" Type="http://schemas.openxmlformats.org/officeDocument/2006/relationships/image" Target="../media/image31.jpg"/><Relationship Id="rId9" Type="http://schemas.openxmlformats.org/officeDocument/2006/relationships/image" Target="../media/image3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image" Target="../media/image37.jpg"/><Relationship Id="rId7" Type="http://schemas.openxmlformats.org/officeDocument/2006/relationships/image" Target="../media/image38.jpg"/><Relationship Id="rId8" Type="http://schemas.openxmlformats.org/officeDocument/2006/relationships/image" Target="../media/image39.jpg"/><Relationship Id="rId9" Type="http://schemas.openxmlformats.org/officeDocument/2006/relationships/image" Target="../media/image4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jpg"/><Relationship Id="rId4" Type="http://schemas.openxmlformats.org/officeDocument/2006/relationships/image" Target="../media/image43.jpg"/><Relationship Id="rId5" Type="http://schemas.openxmlformats.org/officeDocument/2006/relationships/image" Target="../media/image44.jpg"/><Relationship Id="rId6" Type="http://schemas.openxmlformats.org/officeDocument/2006/relationships/image" Target="../media/image45.jpg"/><Relationship Id="rId7" Type="http://schemas.openxmlformats.org/officeDocument/2006/relationships/image" Target="../media/image46.jpg"/><Relationship Id="rId8" Type="http://schemas.openxmlformats.org/officeDocument/2006/relationships/image" Target="../media/image47.jpg"/><Relationship Id="rId9" Type="http://schemas.openxmlformats.org/officeDocument/2006/relationships/image" Target="../media/image4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Relationship Id="rId6" Type="http://schemas.openxmlformats.org/officeDocument/2006/relationships/image" Target="../media/image53.jpg"/><Relationship Id="rId7" Type="http://schemas.openxmlformats.org/officeDocument/2006/relationships/image" Target="../media/image54.jpg"/><Relationship Id="rId8" Type="http://schemas.openxmlformats.org/officeDocument/2006/relationships/image" Target="../media/image55.jpg"/><Relationship Id="rId9" Type="http://schemas.openxmlformats.org/officeDocument/2006/relationships/image" Target="../media/image5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image" Target="../media/image58.jpg"/><Relationship Id="rId4" Type="http://schemas.openxmlformats.org/officeDocument/2006/relationships/image" Target="../media/image59.jpg"/><Relationship Id="rId5" Type="http://schemas.openxmlformats.org/officeDocument/2006/relationships/image" Target="../media/image60.jpg"/><Relationship Id="rId6" Type="http://schemas.openxmlformats.org/officeDocument/2006/relationships/image" Target="../media/image61.jp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image" Target="../media/image66.jpg"/><Relationship Id="rId4" Type="http://schemas.openxmlformats.org/officeDocument/2006/relationships/image" Target="../media/image67.jpg"/><Relationship Id="rId5" Type="http://schemas.openxmlformats.org/officeDocument/2006/relationships/image" Target="../media/image68.jpg"/><Relationship Id="rId6" Type="http://schemas.openxmlformats.org/officeDocument/2006/relationships/image" Target="../media/image69.jpg"/><Relationship Id="rId7" Type="http://schemas.openxmlformats.org/officeDocument/2006/relationships/image" Target="../media/image70.jpg"/><Relationship Id="rId8" Type="http://schemas.openxmlformats.org/officeDocument/2006/relationships/image" Target="../media/image7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mp_rotated_Abunas_Cha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55" y="182880"/>
            <a:ext cx="3185409" cy="2286000"/>
          </a:xfrm>
          <a:prstGeom prst="rect">
            <a:avLst/>
          </a:prstGeom>
        </p:spPr>
      </p:pic>
      <p:pic>
        <p:nvPicPr>
          <p:cNvPr id="3" name="Picture 2" descr="temp_rotated_Abzan_Falcon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5135" y="182880"/>
            <a:ext cx="3185409" cy="2286000"/>
          </a:xfrm>
          <a:prstGeom prst="rect">
            <a:avLst/>
          </a:prstGeom>
        </p:spPr>
      </p:pic>
      <p:pic>
        <p:nvPicPr>
          <p:cNvPr id="4" name="Picture 3" descr="temp_rotated_Ajani,_the_Greatheart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855" y="2651760"/>
            <a:ext cx="3185409" cy="2286000"/>
          </a:xfrm>
          <a:prstGeom prst="rect">
            <a:avLst/>
          </a:prstGeom>
        </p:spPr>
      </p:pic>
      <p:pic>
        <p:nvPicPr>
          <p:cNvPr id="5" name="Picture 4" descr="temp_rotated_Amorphous_Ax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135" y="2651760"/>
            <a:ext cx="3185409" cy="2286000"/>
          </a:xfrm>
          <a:prstGeom prst="rect">
            <a:avLst/>
          </a:prstGeom>
        </p:spPr>
      </p:pic>
      <p:pic>
        <p:nvPicPr>
          <p:cNvPr id="6" name="Picture 5" descr="temp_rotated_Amulet_of_Safekeepin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855" y="5120640"/>
            <a:ext cx="3185409" cy="2286000"/>
          </a:xfrm>
          <a:prstGeom prst="rect">
            <a:avLst/>
          </a:prstGeom>
        </p:spPr>
      </p:pic>
      <p:pic>
        <p:nvPicPr>
          <p:cNvPr id="7" name="Picture 6" descr="temp_rotated_Ancient_Adamantois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5135" y="5120640"/>
            <a:ext cx="3185409" cy="2286000"/>
          </a:xfrm>
          <a:prstGeom prst="rect">
            <a:avLst/>
          </a:prstGeom>
        </p:spPr>
      </p:pic>
      <p:pic>
        <p:nvPicPr>
          <p:cNvPr id="8" name="Picture 7" descr="temp_rotated_Anthem_of_Champions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55" y="7589520"/>
            <a:ext cx="3185409" cy="2286000"/>
          </a:xfrm>
          <a:prstGeom prst="rect">
            <a:avLst/>
          </a:prstGeom>
        </p:spPr>
      </p:pic>
      <p:pic>
        <p:nvPicPr>
          <p:cNvPr id="9" name="Picture 8" descr="temp_rotated_Beast_Whisperer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85135" y="758952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mp_rotated_Behemoth_Sle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55" y="182880"/>
            <a:ext cx="3185409" cy="2286000"/>
          </a:xfrm>
          <a:prstGeom prst="rect">
            <a:avLst/>
          </a:prstGeom>
        </p:spPr>
      </p:pic>
      <p:pic>
        <p:nvPicPr>
          <p:cNvPr id="3" name="Picture 2" descr="temp_rotated_Botanical_Brawl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5135" y="182880"/>
            <a:ext cx="3185409" cy="2286000"/>
          </a:xfrm>
          <a:prstGeom prst="rect">
            <a:avLst/>
          </a:prstGeom>
        </p:spPr>
      </p:pic>
      <p:pic>
        <p:nvPicPr>
          <p:cNvPr id="4" name="Picture 3" descr="temp_rotated_Branching_Evolut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855" y="2651760"/>
            <a:ext cx="3185409" cy="2286000"/>
          </a:xfrm>
          <a:prstGeom prst="rect">
            <a:avLst/>
          </a:prstGeom>
        </p:spPr>
      </p:pic>
      <p:pic>
        <p:nvPicPr>
          <p:cNvPr id="5" name="Picture 4" descr="temp_rotated_Champion_of_Lambhol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135" y="2651760"/>
            <a:ext cx="3185409" cy="2286000"/>
          </a:xfrm>
          <a:prstGeom prst="rect">
            <a:avLst/>
          </a:prstGeom>
        </p:spPr>
      </p:pic>
      <p:pic>
        <p:nvPicPr>
          <p:cNvPr id="6" name="Picture 5" descr="temp_rotated_Conclave_Mentor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855" y="5120640"/>
            <a:ext cx="3185409" cy="2286000"/>
          </a:xfrm>
          <a:prstGeom prst="rect">
            <a:avLst/>
          </a:prstGeom>
        </p:spPr>
      </p:pic>
      <p:pic>
        <p:nvPicPr>
          <p:cNvPr id="7" name="Picture 6" descr="temp_rotated_Cultivat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5135" y="5120640"/>
            <a:ext cx="3185409" cy="2286000"/>
          </a:xfrm>
          <a:prstGeom prst="rect">
            <a:avLst/>
          </a:prstGeom>
        </p:spPr>
      </p:pic>
      <p:pic>
        <p:nvPicPr>
          <p:cNvPr id="8" name="Picture 7" descr="temp_rotated_Damning_Verdic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55" y="7589520"/>
            <a:ext cx="3185409" cy="2286000"/>
          </a:xfrm>
          <a:prstGeom prst="rect">
            <a:avLst/>
          </a:prstGeom>
        </p:spPr>
      </p:pic>
      <p:pic>
        <p:nvPicPr>
          <p:cNvPr id="9" name="Picture 8" descr="temp_rotated_Deafening_Silenc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85135" y="758952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mp_rotated_Duskshell_Crawl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55" y="182880"/>
            <a:ext cx="3185409" cy="2286000"/>
          </a:xfrm>
          <a:prstGeom prst="rect">
            <a:avLst/>
          </a:prstGeom>
        </p:spPr>
      </p:pic>
      <p:pic>
        <p:nvPicPr>
          <p:cNvPr id="3" name="Picture 2" descr="temp_rotated_Explo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5135" y="182880"/>
            <a:ext cx="3185409" cy="2286000"/>
          </a:xfrm>
          <a:prstGeom prst="rect">
            <a:avLst/>
          </a:prstGeom>
        </p:spPr>
      </p:pic>
      <p:pic>
        <p:nvPicPr>
          <p:cNvPr id="4" name="Picture 3" descr="temp_rotated_Explorers_Cach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855" y="2651760"/>
            <a:ext cx="3185409" cy="2286000"/>
          </a:xfrm>
          <a:prstGeom prst="rect">
            <a:avLst/>
          </a:prstGeom>
        </p:spPr>
      </p:pic>
      <p:pic>
        <p:nvPicPr>
          <p:cNvPr id="5" name="Picture 4" descr="temp_rotated_Family_Reunio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135" y="2651760"/>
            <a:ext cx="3185409" cy="2286000"/>
          </a:xfrm>
          <a:prstGeom prst="rect">
            <a:avLst/>
          </a:prstGeom>
        </p:spPr>
      </p:pic>
      <p:pic>
        <p:nvPicPr>
          <p:cNvPr id="6" name="Picture 5" descr="temp_rotated_Felidar_Retrea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855" y="5120640"/>
            <a:ext cx="3185409" cy="2286000"/>
          </a:xfrm>
          <a:prstGeom prst="rect">
            <a:avLst/>
          </a:prstGeom>
        </p:spPr>
      </p:pic>
      <p:pic>
        <p:nvPicPr>
          <p:cNvPr id="7" name="Picture 6" descr="temp_rotated_Feline_Sovereig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5135" y="5120640"/>
            <a:ext cx="3185409" cy="2286000"/>
          </a:xfrm>
          <a:prstGeom prst="rect">
            <a:avLst/>
          </a:prstGeom>
        </p:spPr>
      </p:pic>
      <p:pic>
        <p:nvPicPr>
          <p:cNvPr id="8" name="Picture 7" descr="temp_rotated_Forgotten_Ancien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55" y="7589520"/>
            <a:ext cx="3185409" cy="2286000"/>
          </a:xfrm>
          <a:prstGeom prst="rect">
            <a:avLst/>
          </a:prstGeom>
        </p:spPr>
      </p:pic>
      <p:pic>
        <p:nvPicPr>
          <p:cNvPr id="9" name="Picture 8" descr="temp_rotated_Gaeas_Gif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85135" y="758952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mp_rotated_Gift_of_the_Vi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55" y="182880"/>
            <a:ext cx="3185409" cy="2286000"/>
          </a:xfrm>
          <a:prstGeom prst="rect">
            <a:avLst/>
          </a:prstGeom>
        </p:spPr>
      </p:pic>
      <p:pic>
        <p:nvPicPr>
          <p:cNvPr id="3" name="Picture 2" descr="temp_rotated_Good-Fortune_Unicor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5135" y="182880"/>
            <a:ext cx="3185409" cy="2286000"/>
          </a:xfrm>
          <a:prstGeom prst="rect">
            <a:avLst/>
          </a:prstGeom>
        </p:spPr>
      </p:pic>
      <p:pic>
        <p:nvPicPr>
          <p:cNvPr id="4" name="Picture 3" descr="temp_rotated_Haliya,_Ascendant_Cad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855" y="2651760"/>
            <a:ext cx="3185409" cy="2286000"/>
          </a:xfrm>
          <a:prstGeom prst="rect">
            <a:avLst/>
          </a:prstGeom>
        </p:spPr>
      </p:pic>
      <p:pic>
        <p:nvPicPr>
          <p:cNvPr id="5" name="Picture 4" descr="temp_rotated_Hamza,_Guardian_of_Arashi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135" y="2651760"/>
            <a:ext cx="3185409" cy="2286000"/>
          </a:xfrm>
          <a:prstGeom prst="rect">
            <a:avLst/>
          </a:prstGeom>
        </p:spPr>
      </p:pic>
      <p:pic>
        <p:nvPicPr>
          <p:cNvPr id="6" name="Picture 5" descr="temp_rotated_Hardened_Scale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855" y="5120640"/>
            <a:ext cx="3185409" cy="2286000"/>
          </a:xfrm>
          <a:prstGeom prst="rect">
            <a:avLst/>
          </a:prstGeom>
        </p:spPr>
      </p:pic>
      <p:pic>
        <p:nvPicPr>
          <p:cNvPr id="7" name="Picture 6" descr="temp_rotated_Harmoniz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5135" y="5120640"/>
            <a:ext cx="3185409" cy="2286000"/>
          </a:xfrm>
          <a:prstGeom prst="rect">
            <a:avLst/>
          </a:prstGeom>
        </p:spPr>
      </p:pic>
      <p:pic>
        <p:nvPicPr>
          <p:cNvPr id="8" name="Picture 7" descr="temp_rotated_Helpful_Hunter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55" y="7589520"/>
            <a:ext cx="3185409" cy="2286000"/>
          </a:xfrm>
          <a:prstGeom prst="rect">
            <a:avLst/>
          </a:prstGeom>
        </p:spPr>
      </p:pic>
      <p:pic>
        <p:nvPicPr>
          <p:cNvPr id="9" name="Picture 8" descr="temp_rotated_Helping_Hand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85135" y="758952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mp_rotated_Inspiring_C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55" y="182880"/>
            <a:ext cx="3185409" cy="2286000"/>
          </a:xfrm>
          <a:prstGeom prst="rect">
            <a:avLst/>
          </a:prstGeom>
        </p:spPr>
      </p:pic>
      <p:pic>
        <p:nvPicPr>
          <p:cNvPr id="3" name="Picture 2" descr="temp_rotated_Ironpaw_Aspira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5135" y="182880"/>
            <a:ext cx="3185409" cy="2286000"/>
          </a:xfrm>
          <a:prstGeom prst="rect">
            <a:avLst/>
          </a:prstGeom>
        </p:spPr>
      </p:pic>
      <p:pic>
        <p:nvPicPr>
          <p:cNvPr id="4" name="Picture 3" descr="temp_rotated_Kami_of_Whispered_Hope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855" y="2651760"/>
            <a:ext cx="3185409" cy="2286000"/>
          </a:xfrm>
          <a:prstGeom prst="rect">
            <a:avLst/>
          </a:prstGeom>
        </p:spPr>
      </p:pic>
      <p:pic>
        <p:nvPicPr>
          <p:cNvPr id="5" name="Picture 4" descr="temp_rotated_Kutzil,_Malamet_Exempla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135" y="2651760"/>
            <a:ext cx="3185409" cy="2286000"/>
          </a:xfrm>
          <a:prstGeom prst="rect">
            <a:avLst/>
          </a:prstGeom>
        </p:spPr>
      </p:pic>
      <p:pic>
        <p:nvPicPr>
          <p:cNvPr id="6" name="Picture 5" descr="temp_rotated_Lifecrafters_Bestiary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855" y="5120640"/>
            <a:ext cx="3185409" cy="2286000"/>
          </a:xfrm>
          <a:prstGeom prst="rect">
            <a:avLst/>
          </a:prstGeom>
        </p:spPr>
      </p:pic>
      <p:pic>
        <p:nvPicPr>
          <p:cNvPr id="7" name="Picture 6" descr="temp_rotated_Loyal_Guardia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5135" y="5120640"/>
            <a:ext cx="3185409" cy="2286000"/>
          </a:xfrm>
          <a:prstGeom prst="rect">
            <a:avLst/>
          </a:prstGeom>
        </p:spPr>
      </p:pic>
      <p:pic>
        <p:nvPicPr>
          <p:cNvPr id="8" name="Picture 7" descr="temp_rotated_Malamet_Scyth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55" y="7589520"/>
            <a:ext cx="3185409" cy="2286000"/>
          </a:xfrm>
          <a:prstGeom prst="rect">
            <a:avLst/>
          </a:prstGeom>
        </p:spPr>
      </p:pic>
      <p:pic>
        <p:nvPicPr>
          <p:cNvPr id="9" name="Picture 8" descr="temp_rotated_Managorger_Hydra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85135" y="758952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mp_rotated_Mikaeus,_the_Lun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55" y="182880"/>
            <a:ext cx="3185409" cy="2286000"/>
          </a:xfrm>
          <a:prstGeom prst="rect">
            <a:avLst/>
          </a:prstGeom>
        </p:spPr>
      </p:pic>
      <p:pic>
        <p:nvPicPr>
          <p:cNvPr id="3" name="Picture 2" descr="temp_rotated_Mirri,_Weatherlight_Dueli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5135" y="182880"/>
            <a:ext cx="3185409" cy="2286000"/>
          </a:xfrm>
          <a:prstGeom prst="rect">
            <a:avLst/>
          </a:prstGeom>
        </p:spPr>
      </p:pic>
      <p:pic>
        <p:nvPicPr>
          <p:cNvPr id="4" name="Picture 3" descr="temp_rotated_Natures_Clai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855" y="2651760"/>
            <a:ext cx="3185409" cy="2286000"/>
          </a:xfrm>
          <a:prstGeom prst="rect">
            <a:avLst/>
          </a:prstGeom>
        </p:spPr>
      </p:pic>
      <p:pic>
        <p:nvPicPr>
          <p:cNvPr id="5" name="Picture 4" descr="temp_rotated_Natures_Lo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135" y="2651760"/>
            <a:ext cx="3185409" cy="2286000"/>
          </a:xfrm>
          <a:prstGeom prst="rect">
            <a:avLst/>
          </a:prstGeom>
        </p:spPr>
      </p:pic>
      <p:pic>
        <p:nvPicPr>
          <p:cNvPr id="6" name="Picture 5" descr="temp_rotated_Over_the_Ed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855" y="5120640"/>
            <a:ext cx="3185409" cy="2286000"/>
          </a:xfrm>
          <a:prstGeom prst="rect">
            <a:avLst/>
          </a:prstGeom>
        </p:spPr>
      </p:pic>
      <p:pic>
        <p:nvPicPr>
          <p:cNvPr id="7" name="Picture 6" descr="temp_rotated_Pledge_of_Unity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5135" y="5120640"/>
            <a:ext cx="3185409" cy="2286000"/>
          </a:xfrm>
          <a:prstGeom prst="rect">
            <a:avLst/>
          </a:prstGeom>
        </p:spPr>
      </p:pic>
      <p:pic>
        <p:nvPicPr>
          <p:cNvPr id="8" name="Picture 7" descr="temp_rotated_Pridemalki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55" y="7589520"/>
            <a:ext cx="3185409" cy="2286000"/>
          </a:xfrm>
          <a:prstGeom prst="rect">
            <a:avLst/>
          </a:prstGeom>
        </p:spPr>
      </p:pic>
      <p:pic>
        <p:nvPicPr>
          <p:cNvPr id="9" name="Picture 8" descr="temp_rotated_Qasali_Pride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85135" y="758952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mp_rotated_Rampant_Grow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55" y="182880"/>
            <a:ext cx="3185409" cy="2286000"/>
          </a:xfrm>
          <a:prstGeom prst="rect">
            <a:avLst/>
          </a:prstGeom>
        </p:spPr>
      </p:pic>
      <p:pic>
        <p:nvPicPr>
          <p:cNvPr id="3" name="Picture 2" descr="temp_rotated_Ranc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5135" y="182880"/>
            <a:ext cx="3185409" cy="2286000"/>
          </a:xfrm>
          <a:prstGeom prst="rect">
            <a:avLst/>
          </a:prstGeom>
        </p:spPr>
      </p:pic>
      <p:pic>
        <p:nvPicPr>
          <p:cNvPr id="4" name="Picture 3" descr="temp_rotated_Renata,_Called_to_the_Hun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855" y="2651760"/>
            <a:ext cx="3185409" cy="2286000"/>
          </a:xfrm>
          <a:prstGeom prst="rect">
            <a:avLst/>
          </a:prstGeom>
        </p:spPr>
      </p:pic>
      <p:pic>
        <p:nvPicPr>
          <p:cNvPr id="5" name="Picture 4" descr="temp_rotated_Repriev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135" y="2651760"/>
            <a:ext cx="3185409" cy="2286000"/>
          </a:xfrm>
          <a:prstGeom prst="rect">
            <a:avLst/>
          </a:prstGeom>
        </p:spPr>
      </p:pic>
      <p:pic>
        <p:nvPicPr>
          <p:cNvPr id="6" name="Picture 5" descr="temp_rotated_Requisition_Rai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855" y="5120640"/>
            <a:ext cx="3185409" cy="2286000"/>
          </a:xfrm>
          <a:prstGeom prst="rect">
            <a:avLst/>
          </a:prstGeom>
        </p:spPr>
      </p:pic>
      <p:pic>
        <p:nvPicPr>
          <p:cNvPr id="7" name="Picture 6" descr="temp_rotated_Return_of_the_Wildspeake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5135" y="5120640"/>
            <a:ext cx="3185409" cy="2286000"/>
          </a:xfrm>
          <a:prstGeom prst="rect">
            <a:avLst/>
          </a:prstGeom>
        </p:spPr>
      </p:pic>
      <p:pic>
        <p:nvPicPr>
          <p:cNvPr id="8" name="Picture 7" descr="temp_rotated_Return_to_Natur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55" y="7589520"/>
            <a:ext cx="3185409" cy="2286000"/>
          </a:xfrm>
          <a:prstGeom prst="rect">
            <a:avLst/>
          </a:prstGeom>
        </p:spPr>
      </p:pic>
      <p:pic>
        <p:nvPicPr>
          <p:cNvPr id="9" name="Picture 8" descr="temp_rotated_Rishkar,_Peema_Renegad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85135" y="758952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mp_rotated_Scavenging_Oo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55" y="182880"/>
            <a:ext cx="3185409" cy="2286000"/>
          </a:xfrm>
          <a:prstGeom prst="rect">
            <a:avLst/>
          </a:prstGeom>
        </p:spPr>
      </p:pic>
      <p:pic>
        <p:nvPicPr>
          <p:cNvPr id="3" name="Picture 2" descr="temp_rotated_Shalai,_Voice_of_Plent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5135" y="182880"/>
            <a:ext cx="3185409" cy="2286000"/>
          </a:xfrm>
          <a:prstGeom prst="rect">
            <a:avLst/>
          </a:prstGeom>
        </p:spPr>
      </p:pic>
      <p:pic>
        <p:nvPicPr>
          <p:cNvPr id="4" name="Picture 3" descr="temp_rotated_Skyhunter_Strike_Forc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855" y="2651760"/>
            <a:ext cx="3185409" cy="2286000"/>
          </a:xfrm>
          <a:prstGeom prst="rect">
            <a:avLst/>
          </a:prstGeom>
        </p:spPr>
      </p:pic>
      <p:pic>
        <p:nvPicPr>
          <p:cNvPr id="5" name="Picture 4" descr="temp_rotated_Skyknight_Squi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135" y="2651760"/>
            <a:ext cx="3185409" cy="2286000"/>
          </a:xfrm>
          <a:prstGeom prst="rect">
            <a:avLst/>
          </a:prstGeom>
        </p:spPr>
      </p:pic>
      <p:pic>
        <p:nvPicPr>
          <p:cNvPr id="6" name="Picture 5" descr="temp_rotated_Skyshroud_Claim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855" y="5120640"/>
            <a:ext cx="3185409" cy="2286000"/>
          </a:xfrm>
          <a:prstGeom prst="rect">
            <a:avLst/>
          </a:prstGeom>
        </p:spPr>
      </p:pic>
      <p:pic>
        <p:nvPicPr>
          <p:cNvPr id="7" name="Picture 6" descr="temp_rotated_Snakeskin_Vei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5135" y="5120640"/>
            <a:ext cx="3185409" cy="2286000"/>
          </a:xfrm>
          <a:prstGeom prst="rect">
            <a:avLst/>
          </a:prstGeom>
        </p:spPr>
      </p:pic>
      <p:pic>
        <p:nvPicPr>
          <p:cNvPr id="8" name="Picture 7" descr="temp_rotated_Sol_Ring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55" y="7589520"/>
            <a:ext cx="3185409" cy="2286000"/>
          </a:xfrm>
          <a:prstGeom prst="rect">
            <a:avLst/>
          </a:prstGeom>
        </p:spPr>
      </p:pic>
      <p:pic>
        <p:nvPicPr>
          <p:cNvPr id="9" name="Picture 8" descr="temp_rotated_Sovereign_Okinec_Ahau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85135" y="758952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mp_rotated_Spear_of_Helio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55" y="182880"/>
            <a:ext cx="3185409" cy="2286000"/>
          </a:xfrm>
          <a:prstGeom prst="rect">
            <a:avLst/>
          </a:prstGeom>
        </p:spPr>
      </p:pic>
      <p:pic>
        <p:nvPicPr>
          <p:cNvPr id="3" name="Picture 2" descr="temp_rotated_Stroke_of_Midnigh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5135" y="182880"/>
            <a:ext cx="3185409" cy="2286000"/>
          </a:xfrm>
          <a:prstGeom prst="rect">
            <a:avLst/>
          </a:prstGeom>
        </p:spPr>
      </p:pic>
      <p:pic>
        <p:nvPicPr>
          <p:cNvPr id="4" name="Picture 3" descr="temp_rotated_Swiftfoot_Boot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855" y="2651760"/>
            <a:ext cx="3185409" cy="2286000"/>
          </a:xfrm>
          <a:prstGeom prst="rect">
            <a:avLst/>
          </a:prstGeom>
        </p:spPr>
      </p:pic>
      <p:pic>
        <p:nvPicPr>
          <p:cNvPr id="5" name="Picture 4" descr="temp_rotated_Swords_to_Plowshare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135" y="2651760"/>
            <a:ext cx="3185409" cy="2286000"/>
          </a:xfrm>
          <a:prstGeom prst="rect">
            <a:avLst/>
          </a:prstGeom>
        </p:spPr>
      </p:pic>
      <p:pic>
        <p:nvPicPr>
          <p:cNvPr id="6" name="Picture 5" descr="temp_rotated_Unbreakable_Formatio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855" y="5120640"/>
            <a:ext cx="3185409" cy="2286000"/>
          </a:xfrm>
          <a:prstGeom prst="rect">
            <a:avLst/>
          </a:prstGeom>
        </p:spPr>
      </p:pic>
      <p:pic>
        <p:nvPicPr>
          <p:cNvPr id="7" name="Picture 6" descr="temp_rotated_Unnatural_Growt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5135" y="5120640"/>
            <a:ext cx="3185409" cy="2286000"/>
          </a:xfrm>
          <a:prstGeom prst="rect">
            <a:avLst/>
          </a:prstGeom>
        </p:spPr>
      </p:pic>
      <p:pic>
        <p:nvPicPr>
          <p:cNvPr id="8" name="Picture 7" descr="temp_rotated_Wild_Growth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55" y="7589520"/>
            <a:ext cx="3185409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