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1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20.jpg"/><Relationship Id="rId6" Type="http://schemas.openxmlformats.org/officeDocument/2006/relationships/image" Target="../media/image21.jpg"/><Relationship Id="rId7" Type="http://schemas.openxmlformats.org/officeDocument/2006/relationships/image" Target="../media/image22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29.jpg"/><Relationship Id="rId7" Type="http://schemas.openxmlformats.org/officeDocument/2006/relationships/image" Target="../media/image30.jpg"/><Relationship Id="rId8" Type="http://schemas.openxmlformats.org/officeDocument/2006/relationships/image" Target="../media/image31.jpg"/><Relationship Id="rId9" Type="http://schemas.openxmlformats.org/officeDocument/2006/relationships/image" Target="../media/image3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6.jpg"/><Relationship Id="rId6" Type="http://schemas.openxmlformats.org/officeDocument/2006/relationships/image" Target="../media/image37.jpg"/><Relationship Id="rId7" Type="http://schemas.openxmlformats.org/officeDocument/2006/relationships/image" Target="../media/image38.jpg"/><Relationship Id="rId8" Type="http://schemas.openxmlformats.org/officeDocument/2006/relationships/image" Target="../media/image39.jpg"/><Relationship Id="rId9" Type="http://schemas.openxmlformats.org/officeDocument/2006/relationships/image" Target="../media/image4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image" Target="../media/image42.jpg"/><Relationship Id="rId4" Type="http://schemas.openxmlformats.org/officeDocument/2006/relationships/image" Target="../media/image43.jpg"/><Relationship Id="rId5" Type="http://schemas.openxmlformats.org/officeDocument/2006/relationships/image" Target="../media/image44.jpg"/><Relationship Id="rId6" Type="http://schemas.openxmlformats.org/officeDocument/2006/relationships/image" Target="../media/image45.jpg"/><Relationship Id="rId7" Type="http://schemas.openxmlformats.org/officeDocument/2006/relationships/image" Target="../media/image46.jpg"/><Relationship Id="rId8" Type="http://schemas.openxmlformats.org/officeDocument/2006/relationships/image" Target="../media/image47.jpg"/><Relationship Id="rId9" Type="http://schemas.openxmlformats.org/officeDocument/2006/relationships/image" Target="../media/image4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image" Target="../media/image50.jpg"/><Relationship Id="rId4" Type="http://schemas.openxmlformats.org/officeDocument/2006/relationships/image" Target="../media/image51.jpg"/><Relationship Id="rId5" Type="http://schemas.openxmlformats.org/officeDocument/2006/relationships/image" Target="../media/image52.jpg"/><Relationship Id="rId6" Type="http://schemas.openxmlformats.org/officeDocument/2006/relationships/image" Target="../media/image53.jpg"/><Relationship Id="rId7" Type="http://schemas.openxmlformats.org/officeDocument/2006/relationships/image" Target="../media/image54.jpg"/><Relationship Id="rId8" Type="http://schemas.openxmlformats.org/officeDocument/2006/relationships/image" Target="../media/image55.jpg"/><Relationship Id="rId9" Type="http://schemas.openxmlformats.org/officeDocument/2006/relationships/image" Target="../media/image5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image" Target="../media/image58.jpg"/><Relationship Id="rId4" Type="http://schemas.openxmlformats.org/officeDocument/2006/relationships/image" Target="../media/image59.jpg"/><Relationship Id="rId5" Type="http://schemas.openxmlformats.org/officeDocument/2006/relationships/image" Target="../media/image60.jpg"/><Relationship Id="rId6" Type="http://schemas.openxmlformats.org/officeDocument/2006/relationships/image" Target="../media/image61.jp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Abunas_Cha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Abzan_Falcon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Ajani,_the_Greatheart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Amorphous_Ax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Amulet_of_Safekeepin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Ancient_Adamantois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Anthem_of_Champion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Beast_Whisperer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Behemoth_Sled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Botanical_Braw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Branching_Evolut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Champion_of_Lambhol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Conclave_Mentor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Cultiva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Damning_Verdic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Deafening_Silen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Duskshell_Craw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Explo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Explorers_Cach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Family_Reun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Felidar_Retrea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Feline_Sovereig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Forgotten_Ancien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Gaeas_Gift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Gift_of_the_Vi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Good-Fortune_Unicor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Haliya,_Ascendant_Cade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Hamza,_Guardian_of_Arashi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Hardened_Scal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Harmoniz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Helpful_Hunter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Helping_Hand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Inspiring_C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Ironpaw_Aspir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Kami_of_Whispered_Hop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Kutzil,_Malamet_Exemplar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Lifecrafters_Bestiary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Loyal_Guardian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Malamet_Scyth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Managorger_Hydra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Mikaeus,_the_Lunar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Mirri,_Weatherlight_Duelis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Natures_Clai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Natures_Lo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Over_the_Ed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Pledge_of_Unity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Pridemalkin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Qasali_Pride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Rampant_Grow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Ranc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Renata,_Called_to_the_Hu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Repriev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Requisition_Raid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Return_of_the_Wildspeake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Return_to_Natur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Rishkar,_Peema_Renegad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Scavenging_Ooz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Shalai,_Voice_of_Plen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Skyhunter_Strike_For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Skyknight_Squi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Skyshroud_Clai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Snakeskin_Vei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Sol_Ri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  <p:pic>
        <p:nvPicPr>
          <p:cNvPr id="9" name="Picture 8" descr="temp_rotated_Sovereign_Okinec_Ahau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22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mp_rotated_Spear_of_Helio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5" y="457200"/>
            <a:ext cx="3185409" cy="2286000"/>
          </a:xfrm>
          <a:prstGeom prst="rect">
            <a:avLst/>
          </a:prstGeom>
        </p:spPr>
      </p:pic>
      <p:pic>
        <p:nvPicPr>
          <p:cNvPr id="3" name="Picture 2" descr="temp_rotated_Stroke_of_Midn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295" y="457200"/>
            <a:ext cx="3185409" cy="2286000"/>
          </a:xfrm>
          <a:prstGeom prst="rect">
            <a:avLst/>
          </a:prstGeom>
        </p:spPr>
      </p:pic>
      <p:pic>
        <p:nvPicPr>
          <p:cNvPr id="4" name="Picture 3" descr="temp_rotated_Swiftfoot_Boo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295" y="2898648"/>
            <a:ext cx="3185409" cy="2286000"/>
          </a:xfrm>
          <a:prstGeom prst="rect">
            <a:avLst/>
          </a:prstGeom>
        </p:spPr>
      </p:pic>
      <p:pic>
        <p:nvPicPr>
          <p:cNvPr id="5" name="Picture 4" descr="temp_rotated_Swords_to_Plowshar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2295" y="2898648"/>
            <a:ext cx="3185409" cy="2286000"/>
          </a:xfrm>
          <a:prstGeom prst="rect">
            <a:avLst/>
          </a:prstGeom>
        </p:spPr>
      </p:pic>
      <p:pic>
        <p:nvPicPr>
          <p:cNvPr id="6" name="Picture 5" descr="temp_rotated_Unbreakable_Formatio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5" y="5340096"/>
            <a:ext cx="3185409" cy="2286000"/>
          </a:xfrm>
          <a:prstGeom prst="rect">
            <a:avLst/>
          </a:prstGeom>
        </p:spPr>
      </p:pic>
      <p:pic>
        <p:nvPicPr>
          <p:cNvPr id="7" name="Picture 6" descr="temp_rotated_Unnatural_Growth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295" y="5340096"/>
            <a:ext cx="3185409" cy="2286000"/>
          </a:xfrm>
          <a:prstGeom prst="rect">
            <a:avLst/>
          </a:prstGeom>
        </p:spPr>
      </p:pic>
      <p:pic>
        <p:nvPicPr>
          <p:cNvPr id="8" name="Picture 7" descr="temp_rotated_Wild_Growth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295" y="7781544"/>
            <a:ext cx="3185409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