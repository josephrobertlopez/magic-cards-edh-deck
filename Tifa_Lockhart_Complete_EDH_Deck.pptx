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.jpg"/><Relationship Id="rId9" Type="http://schemas.openxmlformats.org/officeDocument/2006/relationships/image" Target="../media/image4.jpg"/><Relationship Id="rId10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Relationship Id="rId8" Type="http://schemas.openxmlformats.org/officeDocument/2006/relationships/image" Target="../media/image30.jpg"/><Relationship Id="rId9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Relationship Id="rId6" Type="http://schemas.openxmlformats.org/officeDocument/2006/relationships/image" Target="../media/image44.jpg"/><Relationship Id="rId7" Type="http://schemas.openxmlformats.org/officeDocument/2006/relationships/image" Target="../media/image45.jpg"/><Relationship Id="rId8" Type="http://schemas.openxmlformats.org/officeDocument/2006/relationships/image" Target="../media/image46.jpg"/><Relationship Id="rId9" Type="http://schemas.openxmlformats.org/officeDocument/2006/relationships/image" Target="../media/image4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Relationship Id="rId6" Type="http://schemas.openxmlformats.org/officeDocument/2006/relationships/image" Target="../media/image52.jpg"/><Relationship Id="rId7" Type="http://schemas.openxmlformats.org/officeDocument/2006/relationships/image" Target="../media/image53.jpg"/><Relationship Id="rId8" Type="http://schemas.openxmlformats.org/officeDocument/2006/relationships/image" Target="../media/image54.jpg"/><Relationship Id="rId9" Type="http://schemas.openxmlformats.org/officeDocument/2006/relationships/image" Target="../media/image5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Relationship Id="rId4" Type="http://schemas.openxmlformats.org/officeDocument/2006/relationships/image" Target="../media/image58.jpg"/><Relationship Id="rId5" Type="http://schemas.openxmlformats.org/officeDocument/2006/relationships/image" Target="../media/image59.jpg"/><Relationship Id="rId6" Type="http://schemas.openxmlformats.org/officeDocument/2006/relationships/image" Target="../media/image60.jpg"/><Relationship Id="rId7" Type="http://schemas.openxmlformats.org/officeDocument/2006/relationships/image" Target="../media/image61.jpg"/><Relationship Id="rId8" Type="http://schemas.openxmlformats.org/officeDocument/2006/relationships/image" Target="../media/image62.jpg"/><Relationship Id="rId9" Type="http://schemas.openxmlformats.org/officeDocument/2006/relationships/image" Target="../media/image6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jpg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jpg"/><Relationship Id="rId6" Type="http://schemas.openxmlformats.org/officeDocument/2006/relationships/image" Target="../media/image68.jpg"/><Relationship Id="rId7" Type="http://schemas.openxmlformats.org/officeDocument/2006/relationships/image" Target="../media/image69.jpg"/><Relationship Id="rId8" Type="http://schemas.openxmlformats.org/officeDocument/2006/relationships/image" Target="../media/image70.jpg"/><Relationship Id="rId9" Type="http://schemas.openxmlformats.org/officeDocument/2006/relationships/image" Target="../media/image7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Relationship Id="rId8" Type="http://schemas.openxmlformats.org/officeDocument/2006/relationships/image" Target="../media/image78.jpg"/><Relationship Id="rId9" Type="http://schemas.openxmlformats.org/officeDocument/2006/relationships/image" Target="../media/image7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Relationship Id="rId4" Type="http://schemas.openxmlformats.org/officeDocument/2006/relationships/image" Target="../media/image82.jpg"/><Relationship Id="rId5" Type="http://schemas.openxmlformats.org/officeDocument/2006/relationships/image" Target="../media/image8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5" name="Google Shape;55;p13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6" name="Google Shape;56;p13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7" name="Google Shape;57;p13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8" name="Google Shape;58;p13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9" name="Google Shape;59;p13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0" name="Google Shape;60;p13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1" name="Google Shape;61;p13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2" name="Picture 61" descr="Archdruids Cha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63" name="Picture 62" descr="Bane of Progre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4" name="Picture 63" descr="Bant Panoram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65" name="Picture 64" descr="Beast Withi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66" name="Picture 65" descr="Blackblade Reforge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67" name="Picture 66" descr="Brokers Hideou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68" name="Picture 67" descr="Cabaretti Courtyar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69" name="Picture 68" descr="Case of the Locked Hothous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7" name="Google Shape;67;p14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8" name="Google Shape;68;p14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14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0" name="Google Shape;70;p14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1" name="Google Shape;71;p14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14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3" name="Google Shape;73;p14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Zirda, the Dawnwaker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01525" y="2208150"/>
            <a:ext cx="2279875" cy="31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blin Engineer"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306414" y="2201837"/>
            <a:ext cx="2285150" cy="3184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ff of Domination"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297645" y="-205875"/>
            <a:ext cx="2240700" cy="3122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rn, the Great Creator"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6629413" y="-247713"/>
            <a:ext cx="2289175" cy="318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ll from Eternity" id="78" name="Google Shape;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tic Forge"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urmcoil Engine"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6623500" y="4667900"/>
            <a:ext cx="2258975" cy="3147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th to Exile" id="81" name="Google Shape;8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5400000">
            <a:off x="3296488" y="4662187"/>
            <a:ext cx="2288075" cy="31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Conduit of 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Cultiv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Cultivator Colossu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Endless Atla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Entish Restoratio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Evolving Wild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Fo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Fores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Genji Glo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Harmoniz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Harro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Horizon Explor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Jumbo Cactua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Jund Panoram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Kodamas Reach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Mightform Harmoniz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Naturaliz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Natures Clai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Naya Panoram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Nevinyrrals Dis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Nissa, Vital Forc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Ohran Frostfan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Oracle of Mul Day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Quilled Greatwu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Ram Throug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Rampaging Baloth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Rampant Grow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Reshape the Eart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Ride the Shoopu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Rishkars Expertis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Riveteers Overloo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Rogues Pass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Sakura-Tribe Scou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Scale 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Scavenger Ground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Scute Swar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Seers Sundia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Skyclave Pick-Ax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Skyshroud Claim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Smoke Bo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Sol R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Staff of Titani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Summon_ Tit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Swiftfoot Boot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Sword of the Animis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Tempt with Discovery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Terramorphic Expans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Thickest in the Thic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hreats Undetect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hree Visi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Tifa Lockhar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Tifas Limit Brea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Tireless Track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Titania, Natures Forc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Titanias Comman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Toski, Bearer of Secre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raverse the Outlan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ribute to the World Tre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Unnatural Grow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  <p:pic>
        <p:nvPicPr>
          <p:cNvPr id="8" name="Picture 7" descr="Vibrant Cityscap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560320"/>
            <a:ext cx="2286000" cy="1632857"/>
          </a:xfrm>
          <a:prstGeom prst="rect">
            <a:avLst/>
          </a:prstGeom>
        </p:spPr>
      </p:pic>
      <p:pic>
        <p:nvPicPr>
          <p:cNvPr id="9" name="Picture 8" descr="Walk-In Closet __ Forgotten Cella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560320"/>
            <a:ext cx="2286000" cy="1632857"/>
          </a:xfrm>
          <a:prstGeom prst="rect">
            <a:avLst/>
          </a:prstGeom>
        </p:spPr>
      </p:pic>
      <p:pic>
        <p:nvPicPr>
          <p:cNvPr id="10" name="Picture 9" descr="War Room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663440"/>
            <a:ext cx="2286000" cy="1632857"/>
          </a:xfrm>
          <a:prstGeom prst="rect">
            <a:avLst/>
          </a:prstGeom>
        </p:spPr>
      </p:pic>
      <p:pic>
        <p:nvPicPr>
          <p:cNvPr id="11" name="Picture 10" descr="Wayward Swordtooth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66344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Whirlwi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Will of the Sult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Wrenn and Seve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57200"/>
            <a:ext cx="2286000" cy="1632857"/>
          </a:xfrm>
          <a:prstGeom prst="rect">
            <a:avLst/>
          </a:prstGeom>
        </p:spPr>
      </p:pic>
      <p:pic>
        <p:nvPicPr>
          <p:cNvPr id="7" name="Picture 6" descr="Zendikars Ro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200"/>
            <a:ext cx="2286000" cy="16328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