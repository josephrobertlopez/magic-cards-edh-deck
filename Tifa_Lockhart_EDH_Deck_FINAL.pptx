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Relationship Id="rId3" Type="http://schemas.openxmlformats.org/officeDocument/2006/relationships/image" Target="../media/image2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Relationship Id="rId3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Relationship Id="rId3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Relationship Id="rId9" Type="http://schemas.openxmlformats.org/officeDocument/2006/relationships/image" Target="../media/image7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Relationship Id="rId4" Type="http://schemas.openxmlformats.org/officeDocument/2006/relationships/image" Target="../media/image82.jpg"/><Relationship Id="rId5" Type="http://schemas.openxmlformats.org/officeDocument/2006/relationships/image" Target="../media/image83.jpg"/><Relationship Id="rId6" Type="http://schemas.openxmlformats.org/officeDocument/2006/relationships/image" Target="../media/image84.jpg"/><Relationship Id="rId7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" name="Google Shape;55;p13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7" name="Google Shape;57;p13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8" name="Google Shape;58;p13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9" name="Google Shape;59;p13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" name="Google Shape;60;p13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" name="Google Shape;61;p13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2" name="Picture 61" descr="temp_card_0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63" name="Picture 62" descr="temp_card_0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4" name="Picture 63" descr="temp_card_0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65" name="Picture 64" descr="temp_card_0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66" name="Picture 65" descr="temp_card_0_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67" name="Picture 66" descr="temp_card_0_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68" name="Picture 67" descr="temp_card_0_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69" name="Picture 68" descr="temp_card_0_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5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5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5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6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6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6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6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7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7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7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7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8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8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8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9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9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9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9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1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0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0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0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0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1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1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  <p:pic>
        <p:nvPicPr>
          <p:cNvPr id="10" name="Picture 9" descr="temp_card_11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6217920"/>
            <a:ext cx="3200400" cy="2286000"/>
          </a:xfrm>
          <a:prstGeom prst="rect">
            <a:avLst/>
          </a:prstGeom>
        </p:spPr>
      </p:pic>
      <p:pic>
        <p:nvPicPr>
          <p:cNvPr id="11" name="Picture 10" descr="temp_card_11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62179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card_1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card_1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temp_card_1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731520"/>
            <a:ext cx="3200400" cy="2286000"/>
          </a:xfrm>
          <a:prstGeom prst="rect">
            <a:avLst/>
          </a:prstGeom>
        </p:spPr>
      </p:pic>
      <p:pic>
        <p:nvPicPr>
          <p:cNvPr id="7" name="Picture 6" descr="temp_card_1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731520"/>
            <a:ext cx="3200400" cy="2286000"/>
          </a:xfrm>
          <a:prstGeom prst="rect">
            <a:avLst/>
          </a:prstGeom>
        </p:spPr>
      </p:pic>
      <p:pic>
        <p:nvPicPr>
          <p:cNvPr id="8" name="Picture 7" descr="temp_card_12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474720"/>
            <a:ext cx="3200400" cy="2286000"/>
          </a:xfrm>
          <a:prstGeom prst="rect">
            <a:avLst/>
          </a:prstGeom>
        </p:spPr>
      </p:pic>
      <p:pic>
        <p:nvPicPr>
          <p:cNvPr id="9" name="Picture 8" descr="temp_card_12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7472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