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1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Relationship Id="rId6" Type="http://schemas.openxmlformats.org/officeDocument/2006/relationships/image" Target="../media/image21.jpg"/><Relationship Id="rId7" Type="http://schemas.openxmlformats.org/officeDocument/2006/relationships/image" Target="../media/image22.jpg"/><Relationship Id="rId8" Type="http://schemas.openxmlformats.org/officeDocument/2006/relationships/image" Target="../media/image23.jpg"/><Relationship Id="rId9" Type="http://schemas.openxmlformats.org/officeDocument/2006/relationships/image" Target="../media/image2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image" Target="../media/image30.jpg"/><Relationship Id="rId8" Type="http://schemas.openxmlformats.org/officeDocument/2006/relationships/image" Target="../media/image31.jpg"/><Relationship Id="rId9" Type="http://schemas.openxmlformats.org/officeDocument/2006/relationships/image" Target="../media/image3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Relationship Id="rId7" Type="http://schemas.openxmlformats.org/officeDocument/2006/relationships/image" Target="../media/image38.jpg"/><Relationship Id="rId8" Type="http://schemas.openxmlformats.org/officeDocument/2006/relationships/image" Target="../media/image39.jpg"/><Relationship Id="rId9" Type="http://schemas.openxmlformats.org/officeDocument/2006/relationships/image" Target="../media/image4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Relationship Id="rId4" Type="http://schemas.openxmlformats.org/officeDocument/2006/relationships/image" Target="../media/image43.jpg"/><Relationship Id="rId5" Type="http://schemas.openxmlformats.org/officeDocument/2006/relationships/image" Target="../media/image44.jpg"/><Relationship Id="rId6" Type="http://schemas.openxmlformats.org/officeDocument/2006/relationships/image" Target="../media/image45.jpg"/><Relationship Id="rId7" Type="http://schemas.openxmlformats.org/officeDocument/2006/relationships/image" Target="../media/image46.jpg"/><Relationship Id="rId8" Type="http://schemas.openxmlformats.org/officeDocument/2006/relationships/image" Target="../media/image47.jpg"/><Relationship Id="rId9" Type="http://schemas.openxmlformats.org/officeDocument/2006/relationships/image" Target="../media/image4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Relationship Id="rId4" Type="http://schemas.openxmlformats.org/officeDocument/2006/relationships/image" Target="../media/image51.jpg"/><Relationship Id="rId5" Type="http://schemas.openxmlformats.org/officeDocument/2006/relationships/image" Target="../media/image52.jpg"/><Relationship Id="rId6" Type="http://schemas.openxmlformats.org/officeDocument/2006/relationships/image" Target="../media/image53.jpg"/><Relationship Id="rId7" Type="http://schemas.openxmlformats.org/officeDocument/2006/relationships/image" Target="../media/image54.jpg"/><Relationship Id="rId8" Type="http://schemas.openxmlformats.org/officeDocument/2006/relationships/image" Target="../media/image55.jpg"/><Relationship Id="rId9" Type="http://schemas.openxmlformats.org/officeDocument/2006/relationships/image" Target="../media/image5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image" Target="../media/image58.jpg"/><Relationship Id="rId4" Type="http://schemas.openxmlformats.org/officeDocument/2006/relationships/image" Target="../media/image59.jpg"/><Relationship Id="rId5" Type="http://schemas.openxmlformats.org/officeDocument/2006/relationships/image" Target="../media/image60.jpg"/><Relationship Id="rId6" Type="http://schemas.openxmlformats.org/officeDocument/2006/relationships/image" Target="../media/image61.jp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image" Target="../media/image66.jpg"/><Relationship Id="rId4" Type="http://schemas.openxmlformats.org/officeDocument/2006/relationships/image" Target="../media/image67.jpg"/><Relationship Id="rId5" Type="http://schemas.openxmlformats.org/officeDocument/2006/relationships/image" Target="../media/image68.jpg"/><Relationship Id="rId6" Type="http://schemas.openxmlformats.org/officeDocument/2006/relationships/image" Target="../media/image69.jpg"/><Relationship Id="rId7" Type="http://schemas.openxmlformats.org/officeDocument/2006/relationships/image" Target="../media/image70.jpg"/><Relationship Id="rId8" Type="http://schemas.openxmlformats.org/officeDocument/2006/relationships/image" Target="../media/image71.jpg"/><Relationship Id="rId9" Type="http://schemas.openxmlformats.org/officeDocument/2006/relationships/image" Target="../media/image7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Relationship Id="rId3" Type="http://schemas.openxmlformats.org/officeDocument/2006/relationships/image" Target="../media/image74.jpg"/><Relationship Id="rId4" Type="http://schemas.openxmlformats.org/officeDocument/2006/relationships/image" Target="../media/image7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ryketgm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6095"/>
            <a:ext cx="2286000" cy="3185409"/>
          </a:xfrm>
          <a:prstGeom prst="rect">
            <a:avLst/>
          </a:prstGeom>
        </p:spPr>
      </p:pic>
      <p:pic>
        <p:nvPicPr>
          <p:cNvPr id="3" name="Picture 2" descr="tmp3jpfuv8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575" y="228600"/>
            <a:ext cx="3185409" cy="2286000"/>
          </a:xfrm>
          <a:prstGeom prst="rect">
            <a:avLst/>
          </a:prstGeom>
        </p:spPr>
      </p:pic>
      <p:pic>
        <p:nvPicPr>
          <p:cNvPr id="4" name="Picture 3" descr="tmpd0ifldb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295" y="228600"/>
            <a:ext cx="3185409" cy="2286000"/>
          </a:xfrm>
          <a:prstGeom prst="rect">
            <a:avLst/>
          </a:prstGeom>
        </p:spPr>
      </p:pic>
      <p:pic>
        <p:nvPicPr>
          <p:cNvPr id="5" name="Picture 4" descr="tmpt7m5tx4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3575" y="2743200"/>
            <a:ext cx="3185409" cy="2286000"/>
          </a:xfrm>
          <a:prstGeom prst="rect">
            <a:avLst/>
          </a:prstGeom>
        </p:spPr>
      </p:pic>
      <p:pic>
        <p:nvPicPr>
          <p:cNvPr id="6" name="Picture 5" descr="tmpmxymyhvh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295" y="2743200"/>
            <a:ext cx="3185409" cy="2286000"/>
          </a:xfrm>
          <a:prstGeom prst="rect">
            <a:avLst/>
          </a:prstGeom>
        </p:spPr>
      </p:pic>
      <p:pic>
        <p:nvPicPr>
          <p:cNvPr id="7" name="Picture 6" descr="tmprs0hn1c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3756534"/>
            <a:ext cx="2286000" cy="3185409"/>
          </a:xfrm>
          <a:prstGeom prst="rect">
            <a:avLst/>
          </a:prstGeom>
        </p:spPr>
      </p:pic>
      <p:pic>
        <p:nvPicPr>
          <p:cNvPr id="8" name="Picture 7" descr="tmpw8dgh__s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3575" y="5257800"/>
            <a:ext cx="3185409" cy="2286000"/>
          </a:xfrm>
          <a:prstGeom prst="rect">
            <a:avLst/>
          </a:prstGeom>
        </p:spPr>
      </p:pic>
      <p:pic>
        <p:nvPicPr>
          <p:cNvPr id="9" name="Picture 8" descr="tmp84a_js8n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8295" y="5257800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2egefyy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6095"/>
            <a:ext cx="2286000" cy="3185409"/>
          </a:xfrm>
          <a:prstGeom prst="rect">
            <a:avLst/>
          </a:prstGeom>
        </p:spPr>
      </p:pic>
      <p:pic>
        <p:nvPicPr>
          <p:cNvPr id="3" name="Picture 2" descr="tmpj9eslxd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575" y="228600"/>
            <a:ext cx="3185409" cy="2286000"/>
          </a:xfrm>
          <a:prstGeom prst="rect">
            <a:avLst/>
          </a:prstGeom>
        </p:spPr>
      </p:pic>
      <p:pic>
        <p:nvPicPr>
          <p:cNvPr id="4" name="Picture 3" descr="tmpm_zrwwr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295" y="228600"/>
            <a:ext cx="3185409" cy="2286000"/>
          </a:xfrm>
          <a:prstGeom prst="rect">
            <a:avLst/>
          </a:prstGeom>
        </p:spPr>
      </p:pic>
      <p:pic>
        <p:nvPicPr>
          <p:cNvPr id="5" name="Picture 4" descr="tmpwx1tki7z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3575" y="2743200"/>
            <a:ext cx="3185409" cy="2286000"/>
          </a:xfrm>
          <a:prstGeom prst="rect">
            <a:avLst/>
          </a:prstGeom>
        </p:spPr>
      </p:pic>
      <p:pic>
        <p:nvPicPr>
          <p:cNvPr id="6" name="Picture 5" descr="tmp52atr2jw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295" y="2743200"/>
            <a:ext cx="3185409" cy="2286000"/>
          </a:xfrm>
          <a:prstGeom prst="rect">
            <a:avLst/>
          </a:prstGeom>
        </p:spPr>
      </p:pic>
      <p:pic>
        <p:nvPicPr>
          <p:cNvPr id="7" name="Picture 6" descr="tmpg_ufeyq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3756534"/>
            <a:ext cx="2286000" cy="3185409"/>
          </a:xfrm>
          <a:prstGeom prst="rect">
            <a:avLst/>
          </a:prstGeom>
        </p:spPr>
      </p:pic>
      <p:pic>
        <p:nvPicPr>
          <p:cNvPr id="8" name="Picture 7" descr="tmp0tiu8zhn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3575" y="5257800"/>
            <a:ext cx="3185409" cy="2286000"/>
          </a:xfrm>
          <a:prstGeom prst="rect">
            <a:avLst/>
          </a:prstGeom>
        </p:spPr>
      </p:pic>
      <p:pic>
        <p:nvPicPr>
          <p:cNvPr id="9" name="Picture 8" descr="tmpap2p0mfq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8295" y="5257800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zeov990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6095"/>
            <a:ext cx="2286000" cy="3185409"/>
          </a:xfrm>
          <a:prstGeom prst="rect">
            <a:avLst/>
          </a:prstGeom>
        </p:spPr>
      </p:pic>
      <p:pic>
        <p:nvPicPr>
          <p:cNvPr id="3" name="Picture 2" descr="tmp7sdklwh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575" y="228600"/>
            <a:ext cx="3185409" cy="2286000"/>
          </a:xfrm>
          <a:prstGeom prst="rect">
            <a:avLst/>
          </a:prstGeom>
        </p:spPr>
      </p:pic>
      <p:pic>
        <p:nvPicPr>
          <p:cNvPr id="4" name="Picture 3" descr="tmph19b5_7_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295" y="228600"/>
            <a:ext cx="3185409" cy="2286000"/>
          </a:xfrm>
          <a:prstGeom prst="rect">
            <a:avLst/>
          </a:prstGeom>
        </p:spPr>
      </p:pic>
      <p:pic>
        <p:nvPicPr>
          <p:cNvPr id="5" name="Picture 4" descr="tmpfjj8nol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3575" y="2743200"/>
            <a:ext cx="3185409" cy="2286000"/>
          </a:xfrm>
          <a:prstGeom prst="rect">
            <a:avLst/>
          </a:prstGeom>
        </p:spPr>
      </p:pic>
      <p:pic>
        <p:nvPicPr>
          <p:cNvPr id="6" name="Picture 5" descr="tmptc8aoia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295" y="2743200"/>
            <a:ext cx="3185409" cy="2286000"/>
          </a:xfrm>
          <a:prstGeom prst="rect">
            <a:avLst/>
          </a:prstGeom>
        </p:spPr>
      </p:pic>
      <p:pic>
        <p:nvPicPr>
          <p:cNvPr id="7" name="Picture 6" descr="tmpsty1t6q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3756534"/>
            <a:ext cx="2286000" cy="3185409"/>
          </a:xfrm>
          <a:prstGeom prst="rect">
            <a:avLst/>
          </a:prstGeom>
        </p:spPr>
      </p:pic>
      <p:pic>
        <p:nvPicPr>
          <p:cNvPr id="8" name="Picture 7" descr="tmp_20jczwl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3575" y="5257800"/>
            <a:ext cx="3185409" cy="2286000"/>
          </a:xfrm>
          <a:prstGeom prst="rect">
            <a:avLst/>
          </a:prstGeom>
        </p:spPr>
      </p:pic>
      <p:pic>
        <p:nvPicPr>
          <p:cNvPr id="9" name="Picture 8" descr="tmp1o4wuo9l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8295" y="5257800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yit59t7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6095"/>
            <a:ext cx="2286000" cy="3185409"/>
          </a:xfrm>
          <a:prstGeom prst="rect">
            <a:avLst/>
          </a:prstGeom>
        </p:spPr>
      </p:pic>
      <p:pic>
        <p:nvPicPr>
          <p:cNvPr id="3" name="Picture 2" descr="tmpuota2jz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575" y="228600"/>
            <a:ext cx="3185409" cy="2286000"/>
          </a:xfrm>
          <a:prstGeom prst="rect">
            <a:avLst/>
          </a:prstGeom>
        </p:spPr>
      </p:pic>
      <p:pic>
        <p:nvPicPr>
          <p:cNvPr id="4" name="Picture 3" descr="tmpqflg8ab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295" y="228600"/>
            <a:ext cx="3185409" cy="2286000"/>
          </a:xfrm>
          <a:prstGeom prst="rect">
            <a:avLst/>
          </a:prstGeom>
        </p:spPr>
      </p:pic>
      <p:pic>
        <p:nvPicPr>
          <p:cNvPr id="5" name="Picture 4" descr="tmp4zrtuj_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3575" y="2743200"/>
            <a:ext cx="3185409" cy="2286000"/>
          </a:xfrm>
          <a:prstGeom prst="rect">
            <a:avLst/>
          </a:prstGeom>
        </p:spPr>
      </p:pic>
      <p:pic>
        <p:nvPicPr>
          <p:cNvPr id="6" name="Picture 5" descr="tmpgc3hu30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295" y="2743200"/>
            <a:ext cx="3185409" cy="2286000"/>
          </a:xfrm>
          <a:prstGeom prst="rect">
            <a:avLst/>
          </a:prstGeom>
        </p:spPr>
      </p:pic>
      <p:pic>
        <p:nvPicPr>
          <p:cNvPr id="7" name="Picture 6" descr="tmpw_ku16fo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3756534"/>
            <a:ext cx="2286000" cy="3185409"/>
          </a:xfrm>
          <a:prstGeom prst="rect">
            <a:avLst/>
          </a:prstGeom>
        </p:spPr>
      </p:pic>
      <p:pic>
        <p:nvPicPr>
          <p:cNvPr id="8" name="Picture 7" descr="tmpek3jqdjj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3575" y="5257800"/>
            <a:ext cx="3185409" cy="2286000"/>
          </a:xfrm>
          <a:prstGeom prst="rect">
            <a:avLst/>
          </a:prstGeom>
        </p:spPr>
      </p:pic>
      <p:pic>
        <p:nvPicPr>
          <p:cNvPr id="9" name="Picture 8" descr="tmpid9qt01_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8295" y="5257800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e0tm97r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6095"/>
            <a:ext cx="2286000" cy="3185409"/>
          </a:xfrm>
          <a:prstGeom prst="rect">
            <a:avLst/>
          </a:prstGeom>
        </p:spPr>
      </p:pic>
      <p:pic>
        <p:nvPicPr>
          <p:cNvPr id="3" name="Picture 2" descr="tmpd7cu9xq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575" y="228600"/>
            <a:ext cx="3185409" cy="2286000"/>
          </a:xfrm>
          <a:prstGeom prst="rect">
            <a:avLst/>
          </a:prstGeom>
        </p:spPr>
      </p:pic>
      <p:pic>
        <p:nvPicPr>
          <p:cNvPr id="4" name="Picture 3" descr="tmpl5tiusw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295" y="228600"/>
            <a:ext cx="3185409" cy="2286000"/>
          </a:xfrm>
          <a:prstGeom prst="rect">
            <a:avLst/>
          </a:prstGeom>
        </p:spPr>
      </p:pic>
      <p:pic>
        <p:nvPicPr>
          <p:cNvPr id="5" name="Picture 4" descr="tmpw3b2li4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3575" y="2743200"/>
            <a:ext cx="3185409" cy="2286000"/>
          </a:xfrm>
          <a:prstGeom prst="rect">
            <a:avLst/>
          </a:prstGeom>
        </p:spPr>
      </p:pic>
      <p:pic>
        <p:nvPicPr>
          <p:cNvPr id="6" name="Picture 5" descr="tmpsq3woot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295" y="2743200"/>
            <a:ext cx="3185409" cy="2286000"/>
          </a:xfrm>
          <a:prstGeom prst="rect">
            <a:avLst/>
          </a:prstGeom>
        </p:spPr>
      </p:pic>
      <p:pic>
        <p:nvPicPr>
          <p:cNvPr id="7" name="Picture 6" descr="tmpygk55s7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3756534"/>
            <a:ext cx="2286000" cy="3185409"/>
          </a:xfrm>
          <a:prstGeom prst="rect">
            <a:avLst/>
          </a:prstGeom>
        </p:spPr>
      </p:pic>
      <p:pic>
        <p:nvPicPr>
          <p:cNvPr id="8" name="Picture 7" descr="tmph6v6x0qp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3575" y="5257800"/>
            <a:ext cx="3185409" cy="2286000"/>
          </a:xfrm>
          <a:prstGeom prst="rect">
            <a:avLst/>
          </a:prstGeom>
        </p:spPr>
      </p:pic>
      <p:pic>
        <p:nvPicPr>
          <p:cNvPr id="9" name="Picture 8" descr="tmprar7rx6q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8295" y="5257800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727aika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6095"/>
            <a:ext cx="2286000" cy="3185409"/>
          </a:xfrm>
          <a:prstGeom prst="rect">
            <a:avLst/>
          </a:prstGeom>
        </p:spPr>
      </p:pic>
      <p:pic>
        <p:nvPicPr>
          <p:cNvPr id="3" name="Picture 2" descr="tmprsiph27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575" y="228600"/>
            <a:ext cx="3185409" cy="2286000"/>
          </a:xfrm>
          <a:prstGeom prst="rect">
            <a:avLst/>
          </a:prstGeom>
        </p:spPr>
      </p:pic>
      <p:pic>
        <p:nvPicPr>
          <p:cNvPr id="4" name="Picture 3" descr="tmpmpvov0q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295" y="228600"/>
            <a:ext cx="3185409" cy="2286000"/>
          </a:xfrm>
          <a:prstGeom prst="rect">
            <a:avLst/>
          </a:prstGeom>
        </p:spPr>
      </p:pic>
      <p:pic>
        <p:nvPicPr>
          <p:cNvPr id="5" name="Picture 4" descr="tmp88fnquf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3575" y="2743200"/>
            <a:ext cx="3185409" cy="2286000"/>
          </a:xfrm>
          <a:prstGeom prst="rect">
            <a:avLst/>
          </a:prstGeom>
        </p:spPr>
      </p:pic>
      <p:pic>
        <p:nvPicPr>
          <p:cNvPr id="6" name="Picture 5" descr="tmp3tonj2l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295" y="2743200"/>
            <a:ext cx="3185409" cy="2286000"/>
          </a:xfrm>
          <a:prstGeom prst="rect">
            <a:avLst/>
          </a:prstGeom>
        </p:spPr>
      </p:pic>
      <p:pic>
        <p:nvPicPr>
          <p:cNvPr id="7" name="Picture 6" descr="tmpdcs_oy5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3756534"/>
            <a:ext cx="2286000" cy="3185409"/>
          </a:xfrm>
          <a:prstGeom prst="rect">
            <a:avLst/>
          </a:prstGeom>
        </p:spPr>
      </p:pic>
      <p:pic>
        <p:nvPicPr>
          <p:cNvPr id="8" name="Picture 7" descr="tmp54it6a1b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3575" y="5257800"/>
            <a:ext cx="3185409" cy="2286000"/>
          </a:xfrm>
          <a:prstGeom prst="rect">
            <a:avLst/>
          </a:prstGeom>
        </p:spPr>
      </p:pic>
      <p:pic>
        <p:nvPicPr>
          <p:cNvPr id="9" name="Picture 8" descr="tmppi5qzsa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8295" y="5257800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v_wp56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6095"/>
            <a:ext cx="2286000" cy="3185409"/>
          </a:xfrm>
          <a:prstGeom prst="rect">
            <a:avLst/>
          </a:prstGeom>
        </p:spPr>
      </p:pic>
      <p:pic>
        <p:nvPicPr>
          <p:cNvPr id="3" name="Picture 2" descr="tmpuv_a29t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575" y="228600"/>
            <a:ext cx="3185409" cy="2286000"/>
          </a:xfrm>
          <a:prstGeom prst="rect">
            <a:avLst/>
          </a:prstGeom>
        </p:spPr>
      </p:pic>
      <p:pic>
        <p:nvPicPr>
          <p:cNvPr id="4" name="Picture 3" descr="tmpfk79yyc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295" y="228600"/>
            <a:ext cx="3185409" cy="2286000"/>
          </a:xfrm>
          <a:prstGeom prst="rect">
            <a:avLst/>
          </a:prstGeom>
        </p:spPr>
      </p:pic>
      <p:pic>
        <p:nvPicPr>
          <p:cNvPr id="5" name="Picture 4" descr="tmp1fakr64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3575" y="2743200"/>
            <a:ext cx="3185409" cy="2286000"/>
          </a:xfrm>
          <a:prstGeom prst="rect">
            <a:avLst/>
          </a:prstGeom>
        </p:spPr>
      </p:pic>
      <p:pic>
        <p:nvPicPr>
          <p:cNvPr id="6" name="Picture 5" descr="tmpc5ozunmu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295" y="2743200"/>
            <a:ext cx="3185409" cy="2286000"/>
          </a:xfrm>
          <a:prstGeom prst="rect">
            <a:avLst/>
          </a:prstGeom>
        </p:spPr>
      </p:pic>
      <p:pic>
        <p:nvPicPr>
          <p:cNvPr id="7" name="Picture 6" descr="tmpyh7951l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3756534"/>
            <a:ext cx="2286000" cy="3185409"/>
          </a:xfrm>
          <a:prstGeom prst="rect">
            <a:avLst/>
          </a:prstGeom>
        </p:spPr>
      </p:pic>
      <p:pic>
        <p:nvPicPr>
          <p:cNvPr id="8" name="Picture 7" descr="tmpb8f7m1b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3575" y="5257800"/>
            <a:ext cx="3185409" cy="2286000"/>
          </a:xfrm>
          <a:prstGeom prst="rect">
            <a:avLst/>
          </a:prstGeom>
        </p:spPr>
      </p:pic>
      <p:pic>
        <p:nvPicPr>
          <p:cNvPr id="9" name="Picture 8" descr="tmpej4c4u_a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8295" y="5257800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ptjjgi9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6095"/>
            <a:ext cx="2286000" cy="3185409"/>
          </a:xfrm>
          <a:prstGeom prst="rect">
            <a:avLst/>
          </a:prstGeom>
        </p:spPr>
      </p:pic>
      <p:pic>
        <p:nvPicPr>
          <p:cNvPr id="3" name="Picture 2" descr="tmpb5chnmq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575" y="228600"/>
            <a:ext cx="3185409" cy="2286000"/>
          </a:xfrm>
          <a:prstGeom prst="rect">
            <a:avLst/>
          </a:prstGeom>
        </p:spPr>
      </p:pic>
      <p:pic>
        <p:nvPicPr>
          <p:cNvPr id="4" name="Picture 3" descr="tmp5yrarbcu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295" y="228600"/>
            <a:ext cx="3185409" cy="2286000"/>
          </a:xfrm>
          <a:prstGeom prst="rect">
            <a:avLst/>
          </a:prstGeom>
        </p:spPr>
      </p:pic>
      <p:pic>
        <p:nvPicPr>
          <p:cNvPr id="5" name="Picture 4" descr="tmpmvs5tuo_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3575" y="2743200"/>
            <a:ext cx="3185409" cy="2286000"/>
          </a:xfrm>
          <a:prstGeom prst="rect">
            <a:avLst/>
          </a:prstGeom>
        </p:spPr>
      </p:pic>
      <p:pic>
        <p:nvPicPr>
          <p:cNvPr id="6" name="Picture 5" descr="tmp8ixhsci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295" y="2743200"/>
            <a:ext cx="3185409" cy="2286000"/>
          </a:xfrm>
          <a:prstGeom prst="rect">
            <a:avLst/>
          </a:prstGeom>
        </p:spPr>
      </p:pic>
      <p:pic>
        <p:nvPicPr>
          <p:cNvPr id="7" name="Picture 6" descr="tmpbcnw7i8b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3756534"/>
            <a:ext cx="2286000" cy="3185409"/>
          </a:xfrm>
          <a:prstGeom prst="rect">
            <a:avLst/>
          </a:prstGeom>
        </p:spPr>
      </p:pic>
      <p:pic>
        <p:nvPicPr>
          <p:cNvPr id="8" name="Picture 7" descr="tmp7648ks6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3575" y="5257800"/>
            <a:ext cx="3185409" cy="2286000"/>
          </a:xfrm>
          <a:prstGeom prst="rect">
            <a:avLst/>
          </a:prstGeom>
        </p:spPr>
      </p:pic>
      <p:pic>
        <p:nvPicPr>
          <p:cNvPr id="9" name="Picture 8" descr="tmphwz2k4u9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8295" y="5257800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f16m3ho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6095"/>
            <a:ext cx="2286000" cy="3185409"/>
          </a:xfrm>
          <a:prstGeom prst="rect">
            <a:avLst/>
          </a:prstGeom>
        </p:spPr>
      </p:pic>
      <p:pic>
        <p:nvPicPr>
          <p:cNvPr id="3" name="Picture 2" descr="tmpj06p117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575" y="228600"/>
            <a:ext cx="3185409" cy="2286000"/>
          </a:xfrm>
          <a:prstGeom prst="rect">
            <a:avLst/>
          </a:prstGeom>
        </p:spPr>
      </p:pic>
      <p:pic>
        <p:nvPicPr>
          <p:cNvPr id="4" name="Picture 3" descr="tmpfgdc5ma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295" y="228600"/>
            <a:ext cx="3185409" cy="2286000"/>
          </a:xfrm>
          <a:prstGeom prst="rect">
            <a:avLst/>
          </a:prstGeom>
        </p:spPr>
      </p:pic>
      <p:pic>
        <p:nvPicPr>
          <p:cNvPr id="5" name="Picture 4" descr="tmp2vlq0n8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3575" y="2743200"/>
            <a:ext cx="3185409" cy="2286000"/>
          </a:xfrm>
          <a:prstGeom prst="rect">
            <a:avLst/>
          </a:prstGeom>
        </p:spPr>
      </p:pic>
      <p:pic>
        <p:nvPicPr>
          <p:cNvPr id="6" name="Picture 5" descr="tmp3ec3l_6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295" y="2743200"/>
            <a:ext cx="3185409" cy="2286000"/>
          </a:xfrm>
          <a:prstGeom prst="rect">
            <a:avLst/>
          </a:prstGeom>
        </p:spPr>
      </p:pic>
      <p:pic>
        <p:nvPicPr>
          <p:cNvPr id="7" name="Picture 6" descr="tmp036n1t9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3756534"/>
            <a:ext cx="2286000" cy="3185409"/>
          </a:xfrm>
          <a:prstGeom prst="rect">
            <a:avLst/>
          </a:prstGeom>
        </p:spPr>
      </p:pic>
      <p:pic>
        <p:nvPicPr>
          <p:cNvPr id="8" name="Picture 7" descr="tmpmeyev7cq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3575" y="5257800"/>
            <a:ext cx="3185409" cy="2286000"/>
          </a:xfrm>
          <a:prstGeom prst="rect">
            <a:avLst/>
          </a:prstGeom>
        </p:spPr>
      </p:pic>
      <p:pic>
        <p:nvPicPr>
          <p:cNvPr id="9" name="Picture 8" descr="tmpzyky6aic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8295" y="5257800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1xlikxu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6095"/>
            <a:ext cx="2286000" cy="3185409"/>
          </a:xfrm>
          <a:prstGeom prst="rect">
            <a:avLst/>
          </a:prstGeom>
        </p:spPr>
      </p:pic>
      <p:pic>
        <p:nvPicPr>
          <p:cNvPr id="3" name="Picture 2" descr="tmp7sm_ql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575" y="228600"/>
            <a:ext cx="3185409" cy="2286000"/>
          </a:xfrm>
          <a:prstGeom prst="rect">
            <a:avLst/>
          </a:prstGeom>
        </p:spPr>
      </p:pic>
      <p:pic>
        <p:nvPicPr>
          <p:cNvPr id="4" name="Picture 3" descr="tmp4yjjhuq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295" y="228600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