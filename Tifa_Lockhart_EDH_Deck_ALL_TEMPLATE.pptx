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1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Relationship Id="rId7" Type="http://schemas.openxmlformats.org/officeDocument/2006/relationships/image" Target="../media/image29.jpg"/><Relationship Id="rId8" Type="http://schemas.openxmlformats.org/officeDocument/2006/relationships/image" Target="../media/image30.jpg"/><Relationship Id="rId9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jp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jpg"/><Relationship Id="rId6" Type="http://schemas.openxmlformats.org/officeDocument/2006/relationships/image" Target="../media/image44.jpg"/><Relationship Id="rId7" Type="http://schemas.openxmlformats.org/officeDocument/2006/relationships/image" Target="../media/image45.jpg"/><Relationship Id="rId8" Type="http://schemas.openxmlformats.org/officeDocument/2006/relationships/image" Target="../media/image46.jpg"/><Relationship Id="rId9" Type="http://schemas.openxmlformats.org/officeDocument/2006/relationships/image" Target="../media/image4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Relationship Id="rId4" Type="http://schemas.openxmlformats.org/officeDocument/2006/relationships/image" Target="../media/image50.jpg"/><Relationship Id="rId5" Type="http://schemas.openxmlformats.org/officeDocument/2006/relationships/image" Target="../media/image51.jpg"/><Relationship Id="rId6" Type="http://schemas.openxmlformats.org/officeDocument/2006/relationships/image" Target="../media/image52.jpg"/><Relationship Id="rId7" Type="http://schemas.openxmlformats.org/officeDocument/2006/relationships/image" Target="../media/image53.jpg"/><Relationship Id="rId8" Type="http://schemas.openxmlformats.org/officeDocument/2006/relationships/image" Target="../media/image54.jpg"/><Relationship Id="rId9" Type="http://schemas.openxmlformats.org/officeDocument/2006/relationships/image" Target="../media/image5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jpg"/><Relationship Id="rId3" Type="http://schemas.openxmlformats.org/officeDocument/2006/relationships/image" Target="../media/image57.jpg"/><Relationship Id="rId4" Type="http://schemas.openxmlformats.org/officeDocument/2006/relationships/image" Target="../media/image58.jpg"/><Relationship Id="rId5" Type="http://schemas.openxmlformats.org/officeDocument/2006/relationships/image" Target="../media/image59.jpg"/><Relationship Id="rId6" Type="http://schemas.openxmlformats.org/officeDocument/2006/relationships/image" Target="../media/image60.jpg"/><Relationship Id="rId7" Type="http://schemas.openxmlformats.org/officeDocument/2006/relationships/image" Target="../media/image61.jpg"/><Relationship Id="rId8" Type="http://schemas.openxmlformats.org/officeDocument/2006/relationships/image" Target="../media/image62.jpg"/><Relationship Id="rId9" Type="http://schemas.openxmlformats.org/officeDocument/2006/relationships/image" Target="../media/image6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jpg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jpg"/><Relationship Id="rId6" Type="http://schemas.openxmlformats.org/officeDocument/2006/relationships/image" Target="../media/image68.jpg"/><Relationship Id="rId7" Type="http://schemas.openxmlformats.org/officeDocument/2006/relationships/image" Target="../media/image69.jpg"/><Relationship Id="rId8" Type="http://schemas.openxmlformats.org/officeDocument/2006/relationships/image" Target="../media/image1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jpg"/><Relationship Id="rId3" Type="http://schemas.openxmlformats.org/officeDocument/2006/relationships/image" Target="../media/image71.jpg"/><Relationship Id="rId4" Type="http://schemas.openxmlformats.org/officeDocument/2006/relationships/image" Target="../media/image72.jpg"/><Relationship Id="rId5" Type="http://schemas.openxmlformats.org/officeDocument/2006/relationships/image" Target="../media/image73.jpg"/><Relationship Id="rId6" Type="http://schemas.openxmlformats.org/officeDocument/2006/relationships/image" Target="../media/image74.jpg"/><Relationship Id="rId7" Type="http://schemas.openxmlformats.org/officeDocument/2006/relationships/image" Target="../media/image7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emp_card_2449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emp_card_2449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emp_card_2449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emp_card_2449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emp_card_2449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emp_card_24491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emp_card_24491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emp_card_2449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emp_card_2449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emp_card_2449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emp_card_2449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emp_card_2449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emp_card_24491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emp_card_24491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emp_card_2449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emp_card_2449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emp_card_2449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emp_card_2449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emp_card_2449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emp_card_24491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emp_card_24491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emp_card_2449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emp_card_2449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emp_card_2449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emp_card_2449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emp_card_2449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emp_card_24491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emp_card_24491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emp_card_2449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emp_card_2449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emp_card_2449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emp_card_2449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emp_card_2449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emp_card_24491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emp_card_24491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emp_card_2449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emp_card_2449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emp_card_2449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emp_card_2449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emp_card_2449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emp_card_24491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emp_card_24491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emp_card_2449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emp_card_2449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emp_card_2449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emp_card_2449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emp_card_2449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emp_card_24491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emp_card_24491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emp_card_2449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emp_card_2449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emp_card_2449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emp_card_2449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emp_card_2449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emp_card_24491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emp_card_24491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emp_card_2449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emp_card_2449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emp_card_2449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emp_card_2449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emp_card_2449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  <p:pic>
        <p:nvPicPr>
          <p:cNvPr id="9" name="Picture 8" descr="temp_card_24491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49" y="4664304"/>
            <a:ext cx="2277300" cy="3173286"/>
          </a:xfrm>
          <a:prstGeom prst="rect">
            <a:avLst/>
          </a:prstGeom>
        </p:spPr>
      </p:pic>
      <p:pic>
        <p:nvPicPr>
          <p:cNvPr id="10" name="Picture 9" descr="temp_card_24491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0613" y="4664308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card_244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13" y="-224136"/>
            <a:ext cx="2277300" cy="3173286"/>
          </a:xfrm>
          <a:prstGeom prst="rect">
            <a:avLst/>
          </a:prstGeom>
        </p:spPr>
      </p:pic>
      <p:pic>
        <p:nvPicPr>
          <p:cNvPr id="4" name="Picture 3" descr="temp_card_2449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48" y="-224136"/>
            <a:ext cx="2277300" cy="3173286"/>
          </a:xfrm>
          <a:prstGeom prst="rect">
            <a:avLst/>
          </a:prstGeom>
        </p:spPr>
      </p:pic>
      <p:pic>
        <p:nvPicPr>
          <p:cNvPr id="5" name="Picture 4" descr="temp_card_2449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91" y="262594"/>
            <a:ext cx="2277300" cy="3173286"/>
          </a:xfrm>
          <a:prstGeom prst="rect">
            <a:avLst/>
          </a:prstGeom>
        </p:spPr>
      </p:pic>
      <p:pic>
        <p:nvPicPr>
          <p:cNvPr id="6" name="Picture 5" descr="temp_card_2449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56" y="2220074"/>
            <a:ext cx="2277300" cy="3173286"/>
          </a:xfrm>
          <a:prstGeom prst="rect">
            <a:avLst/>
          </a:prstGeom>
        </p:spPr>
      </p:pic>
      <p:pic>
        <p:nvPicPr>
          <p:cNvPr id="7" name="Picture 6" descr="temp_card_2449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0613" y="2220091"/>
            <a:ext cx="2277300" cy="3173286"/>
          </a:xfrm>
          <a:prstGeom prst="rect">
            <a:avLst/>
          </a:prstGeom>
        </p:spPr>
      </p:pic>
      <p:pic>
        <p:nvPicPr>
          <p:cNvPr id="8" name="Picture 7" descr="temp_card_2449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389" y="4177557"/>
            <a:ext cx="2277300" cy="3173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